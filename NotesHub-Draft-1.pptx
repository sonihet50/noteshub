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1" r:id="rId4"/>
    <p:sldId id="272" r:id="rId5"/>
    <p:sldId id="273" r:id="rId6"/>
    <p:sldId id="274" r:id="rId7"/>
    <p:sldId id="266" r:id="rId8"/>
    <p:sldId id="275" r:id="rId9"/>
    <p:sldId id="276" r:id="rId10"/>
    <p:sldId id="277" r:id="rId11"/>
    <p:sldId id="278" r:id="rId12"/>
    <p:sldId id="279" r:id="rId13"/>
    <p:sldId id="280" r:id="rId14"/>
    <p:sldId id="281" r:id="rId15"/>
    <p:sldId id="282" r:id="rId16"/>
    <p:sldId id="270"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61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635621" y="2994235"/>
            <a:ext cx="9740265" cy="2574290"/>
          </a:xfrm>
          <a:prstGeom prst="rect">
            <a:avLst/>
          </a:prstGeom>
        </p:spPr>
        <p:txBody>
          <a:bodyPr wrap="square" lIns="0" tIns="0" rIns="0" bIns="0">
            <a:spAutoFit/>
          </a:bodyPr>
          <a:lstStyle>
            <a:lvl1pPr>
              <a:defRPr sz="4750" b="1" i="0">
                <a:solidFill>
                  <a:srgbClr val="583C8F"/>
                </a:solidFill>
                <a:latin typeface="Trebuchet MS"/>
                <a:cs typeface="Trebuchet MS"/>
              </a:defRPr>
            </a:lvl1pPr>
          </a:lstStyle>
          <a:p>
            <a:endParaRPr/>
          </a:p>
        </p:txBody>
      </p:sp>
      <p:sp>
        <p:nvSpPr>
          <p:cNvPr id="3" name="Holder 3"/>
          <p:cNvSpPr>
            <a:spLocks noGrp="1"/>
          </p:cNvSpPr>
          <p:nvPr>
            <p:ph type="subTitle" idx="4"/>
          </p:nvPr>
        </p:nvSpPr>
        <p:spPr>
          <a:xfrm>
            <a:off x="3635621" y="5929781"/>
            <a:ext cx="6193790" cy="128015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1" i="0">
                <a:solidFill>
                  <a:srgbClr val="583C8F"/>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sp>
        <p:nvSpPr>
          <p:cNvPr id="17" name="bg object 17"/>
          <p:cNvSpPr/>
          <p:nvPr/>
        </p:nvSpPr>
        <p:spPr>
          <a:xfrm>
            <a:off x="1035314" y="3934161"/>
            <a:ext cx="2416175" cy="2419350"/>
          </a:xfrm>
          <a:custGeom>
            <a:avLst/>
            <a:gdLst/>
            <a:ahLst/>
            <a:cxnLst/>
            <a:rect l="l" t="t" r="r" b="b"/>
            <a:pathLst>
              <a:path w="2416175" h="2419350">
                <a:moveTo>
                  <a:pt x="2415645" y="2419350"/>
                </a:moveTo>
                <a:lnTo>
                  <a:pt x="0" y="2419350"/>
                </a:lnTo>
                <a:lnTo>
                  <a:pt x="0" y="0"/>
                </a:lnTo>
                <a:lnTo>
                  <a:pt x="2415645" y="0"/>
                </a:lnTo>
                <a:lnTo>
                  <a:pt x="2415645" y="2419350"/>
                </a:lnTo>
                <a:close/>
              </a:path>
            </a:pathLst>
          </a:custGeom>
          <a:solidFill>
            <a:srgbClr val="3C93CC"/>
          </a:solidFill>
        </p:spPr>
        <p:txBody>
          <a:bodyPr wrap="square" lIns="0" tIns="0" rIns="0" bIns="0" rtlCol="0"/>
          <a:lstStyle/>
          <a:p>
            <a:endParaRPr/>
          </a:p>
        </p:txBody>
      </p:sp>
      <p:sp>
        <p:nvSpPr>
          <p:cNvPr id="18" name="bg object 18"/>
          <p:cNvSpPr/>
          <p:nvPr/>
        </p:nvSpPr>
        <p:spPr>
          <a:xfrm>
            <a:off x="2335460" y="4285647"/>
            <a:ext cx="764540" cy="848360"/>
          </a:xfrm>
          <a:custGeom>
            <a:avLst/>
            <a:gdLst/>
            <a:ahLst/>
            <a:cxnLst/>
            <a:rect l="l" t="t" r="r" b="b"/>
            <a:pathLst>
              <a:path w="764539" h="848360">
                <a:moveTo>
                  <a:pt x="581415" y="847982"/>
                </a:moveTo>
                <a:lnTo>
                  <a:pt x="416963" y="765573"/>
                </a:lnTo>
                <a:lnTo>
                  <a:pt x="408480" y="727254"/>
                </a:lnTo>
                <a:lnTo>
                  <a:pt x="397126" y="689688"/>
                </a:lnTo>
                <a:lnTo>
                  <a:pt x="382974" y="653087"/>
                </a:lnTo>
                <a:lnTo>
                  <a:pt x="366097" y="617664"/>
                </a:lnTo>
                <a:lnTo>
                  <a:pt x="346599" y="583618"/>
                </a:lnTo>
                <a:lnTo>
                  <a:pt x="324585" y="551146"/>
                </a:lnTo>
                <a:lnTo>
                  <a:pt x="300187" y="520431"/>
                </a:lnTo>
                <a:lnTo>
                  <a:pt x="273538" y="491653"/>
                </a:lnTo>
                <a:lnTo>
                  <a:pt x="244797" y="464971"/>
                </a:lnTo>
                <a:lnTo>
                  <a:pt x="214123" y="440544"/>
                </a:lnTo>
                <a:lnTo>
                  <a:pt x="181695" y="418505"/>
                </a:lnTo>
                <a:lnTo>
                  <a:pt x="147695" y="398987"/>
                </a:lnTo>
                <a:lnTo>
                  <a:pt x="112322" y="382094"/>
                </a:lnTo>
                <a:lnTo>
                  <a:pt x="75774" y="367930"/>
                </a:lnTo>
                <a:lnTo>
                  <a:pt x="38262" y="356569"/>
                </a:lnTo>
                <a:lnTo>
                  <a:pt x="0" y="348084"/>
                </a:lnTo>
                <a:lnTo>
                  <a:pt x="90473" y="166897"/>
                </a:lnTo>
                <a:lnTo>
                  <a:pt x="7133" y="0"/>
                </a:lnTo>
                <a:lnTo>
                  <a:pt x="56220" y="7082"/>
                </a:lnTo>
                <a:lnTo>
                  <a:pt x="104375" y="16880"/>
                </a:lnTo>
                <a:lnTo>
                  <a:pt x="151517" y="29311"/>
                </a:lnTo>
                <a:lnTo>
                  <a:pt x="197565" y="44296"/>
                </a:lnTo>
                <a:lnTo>
                  <a:pt x="242439" y="61755"/>
                </a:lnTo>
                <a:lnTo>
                  <a:pt x="286058" y="81606"/>
                </a:lnTo>
                <a:lnTo>
                  <a:pt x="328341" y="103770"/>
                </a:lnTo>
                <a:lnTo>
                  <a:pt x="369206" y="128166"/>
                </a:lnTo>
                <a:lnTo>
                  <a:pt x="408573" y="154714"/>
                </a:lnTo>
                <a:lnTo>
                  <a:pt x="446361" y="183332"/>
                </a:lnTo>
                <a:lnTo>
                  <a:pt x="482489" y="213942"/>
                </a:lnTo>
                <a:lnTo>
                  <a:pt x="516877" y="246461"/>
                </a:lnTo>
                <a:lnTo>
                  <a:pt x="549442" y="280811"/>
                </a:lnTo>
                <a:lnTo>
                  <a:pt x="580105" y="316910"/>
                </a:lnTo>
                <a:lnTo>
                  <a:pt x="608785" y="354678"/>
                </a:lnTo>
                <a:lnTo>
                  <a:pt x="635399" y="394034"/>
                </a:lnTo>
                <a:lnTo>
                  <a:pt x="659869" y="434899"/>
                </a:lnTo>
                <a:lnTo>
                  <a:pt x="682112" y="477191"/>
                </a:lnTo>
                <a:lnTo>
                  <a:pt x="702048" y="520831"/>
                </a:lnTo>
                <a:lnTo>
                  <a:pt x="719596" y="565738"/>
                </a:lnTo>
                <a:lnTo>
                  <a:pt x="734674" y="611831"/>
                </a:lnTo>
                <a:lnTo>
                  <a:pt x="747203" y="659030"/>
                </a:lnTo>
                <a:lnTo>
                  <a:pt x="757101" y="707255"/>
                </a:lnTo>
                <a:lnTo>
                  <a:pt x="764287" y="756424"/>
                </a:lnTo>
                <a:lnTo>
                  <a:pt x="581415" y="847982"/>
                </a:lnTo>
                <a:close/>
              </a:path>
            </a:pathLst>
          </a:custGeom>
          <a:solidFill>
            <a:srgbClr val="FFFFFF"/>
          </a:solidFill>
        </p:spPr>
        <p:txBody>
          <a:bodyPr wrap="square" lIns="0" tIns="0" rIns="0" bIns="0" rtlCol="0"/>
          <a:lstStyle/>
          <a:p>
            <a:endParaRPr/>
          </a:p>
        </p:txBody>
      </p:sp>
      <p:sp>
        <p:nvSpPr>
          <p:cNvPr id="19" name="bg object 19"/>
          <p:cNvSpPr/>
          <p:nvPr/>
        </p:nvSpPr>
        <p:spPr>
          <a:xfrm>
            <a:off x="2253328" y="5143836"/>
            <a:ext cx="852805" cy="859155"/>
          </a:xfrm>
          <a:custGeom>
            <a:avLst/>
            <a:gdLst/>
            <a:ahLst/>
            <a:cxnLst/>
            <a:rect l="l" t="t" r="r" b="b"/>
            <a:pathLst>
              <a:path w="852805" h="859154">
                <a:moveTo>
                  <a:pt x="83679" y="858907"/>
                </a:moveTo>
                <a:lnTo>
                  <a:pt x="0" y="691291"/>
                </a:lnTo>
                <a:lnTo>
                  <a:pt x="91266" y="508441"/>
                </a:lnTo>
                <a:lnTo>
                  <a:pt x="137904" y="496846"/>
                </a:lnTo>
                <a:lnTo>
                  <a:pt x="182772" y="481135"/>
                </a:lnTo>
                <a:lnTo>
                  <a:pt x="225656" y="461522"/>
                </a:lnTo>
                <a:lnTo>
                  <a:pt x="266340" y="438223"/>
                </a:lnTo>
                <a:lnTo>
                  <a:pt x="304611" y="411451"/>
                </a:lnTo>
                <a:lnTo>
                  <a:pt x="340255" y="381423"/>
                </a:lnTo>
                <a:lnTo>
                  <a:pt x="373056" y="348351"/>
                </a:lnTo>
                <a:lnTo>
                  <a:pt x="402801" y="312452"/>
                </a:lnTo>
                <a:lnTo>
                  <a:pt x="429275" y="273939"/>
                </a:lnTo>
                <a:lnTo>
                  <a:pt x="452265" y="233027"/>
                </a:lnTo>
                <a:lnTo>
                  <a:pt x="471555" y="189931"/>
                </a:lnTo>
                <a:lnTo>
                  <a:pt x="486931" y="144866"/>
                </a:lnTo>
                <a:lnTo>
                  <a:pt x="498180" y="98046"/>
                </a:lnTo>
                <a:lnTo>
                  <a:pt x="505086" y="49685"/>
                </a:lnTo>
                <a:lnTo>
                  <a:pt x="507436" y="0"/>
                </a:lnTo>
                <a:lnTo>
                  <a:pt x="680042" y="86416"/>
                </a:lnTo>
                <a:lnTo>
                  <a:pt x="852534" y="0"/>
                </a:lnTo>
                <a:lnTo>
                  <a:pt x="851161" y="49151"/>
                </a:lnTo>
                <a:lnTo>
                  <a:pt x="847091" y="97580"/>
                </a:lnTo>
                <a:lnTo>
                  <a:pt x="840399" y="145214"/>
                </a:lnTo>
                <a:lnTo>
                  <a:pt x="831156" y="191979"/>
                </a:lnTo>
                <a:lnTo>
                  <a:pt x="819437" y="237802"/>
                </a:lnTo>
                <a:lnTo>
                  <a:pt x="805315" y="282609"/>
                </a:lnTo>
                <a:lnTo>
                  <a:pt x="788863" y="326328"/>
                </a:lnTo>
                <a:lnTo>
                  <a:pt x="770155" y="368884"/>
                </a:lnTo>
                <a:lnTo>
                  <a:pt x="749265" y="410204"/>
                </a:lnTo>
                <a:lnTo>
                  <a:pt x="726265" y="450215"/>
                </a:lnTo>
                <a:lnTo>
                  <a:pt x="701229" y="488843"/>
                </a:lnTo>
                <a:lnTo>
                  <a:pt x="674231" y="526014"/>
                </a:lnTo>
                <a:lnTo>
                  <a:pt x="645343" y="561657"/>
                </a:lnTo>
                <a:lnTo>
                  <a:pt x="614640" y="595696"/>
                </a:lnTo>
                <a:lnTo>
                  <a:pt x="582195" y="628058"/>
                </a:lnTo>
                <a:lnTo>
                  <a:pt x="548081" y="658670"/>
                </a:lnTo>
                <a:lnTo>
                  <a:pt x="512371" y="687460"/>
                </a:lnTo>
                <a:lnTo>
                  <a:pt x="475139" y="714352"/>
                </a:lnTo>
                <a:lnTo>
                  <a:pt x="436459" y="739274"/>
                </a:lnTo>
                <a:lnTo>
                  <a:pt x="396404" y="762152"/>
                </a:lnTo>
                <a:lnTo>
                  <a:pt x="355047" y="782913"/>
                </a:lnTo>
                <a:lnTo>
                  <a:pt x="312461" y="801484"/>
                </a:lnTo>
                <a:lnTo>
                  <a:pt x="268721" y="817790"/>
                </a:lnTo>
                <a:lnTo>
                  <a:pt x="223899" y="831759"/>
                </a:lnTo>
                <a:lnTo>
                  <a:pt x="178069" y="843317"/>
                </a:lnTo>
                <a:lnTo>
                  <a:pt x="131305" y="852391"/>
                </a:lnTo>
                <a:lnTo>
                  <a:pt x="83679" y="858907"/>
                </a:lnTo>
                <a:close/>
              </a:path>
            </a:pathLst>
          </a:custGeom>
          <a:solidFill>
            <a:srgbClr val="BEE6FF"/>
          </a:solidFill>
        </p:spPr>
        <p:txBody>
          <a:bodyPr wrap="square" lIns="0" tIns="0" rIns="0" bIns="0" rtlCol="0"/>
          <a:lstStyle/>
          <a:p>
            <a:endParaRPr/>
          </a:p>
        </p:txBody>
      </p:sp>
      <p:sp>
        <p:nvSpPr>
          <p:cNvPr id="20" name="bg object 20"/>
          <p:cNvSpPr/>
          <p:nvPr/>
        </p:nvSpPr>
        <p:spPr>
          <a:xfrm>
            <a:off x="1385545" y="5154043"/>
            <a:ext cx="857885" cy="854075"/>
          </a:xfrm>
          <a:custGeom>
            <a:avLst/>
            <a:gdLst/>
            <a:ahLst/>
            <a:cxnLst/>
            <a:rect l="l" t="t" r="r" b="b"/>
            <a:pathLst>
              <a:path w="857885" h="854075">
                <a:moveTo>
                  <a:pt x="857591" y="853841"/>
                </a:moveTo>
                <a:lnTo>
                  <a:pt x="808516" y="852466"/>
                </a:lnTo>
                <a:lnTo>
                  <a:pt x="760161" y="848390"/>
                </a:lnTo>
                <a:lnTo>
                  <a:pt x="712600" y="841687"/>
                </a:lnTo>
                <a:lnTo>
                  <a:pt x="665906" y="832431"/>
                </a:lnTo>
                <a:lnTo>
                  <a:pt x="620153" y="820694"/>
                </a:lnTo>
                <a:lnTo>
                  <a:pt x="575414" y="806550"/>
                </a:lnTo>
                <a:lnTo>
                  <a:pt x="531763" y="790073"/>
                </a:lnTo>
                <a:lnTo>
                  <a:pt x="489272" y="771336"/>
                </a:lnTo>
                <a:lnTo>
                  <a:pt x="448015" y="750414"/>
                </a:lnTo>
                <a:lnTo>
                  <a:pt x="408066" y="727379"/>
                </a:lnTo>
                <a:lnTo>
                  <a:pt x="369497" y="702304"/>
                </a:lnTo>
                <a:lnTo>
                  <a:pt x="332382" y="675265"/>
                </a:lnTo>
                <a:lnTo>
                  <a:pt x="296794" y="646333"/>
                </a:lnTo>
                <a:lnTo>
                  <a:pt x="262808" y="615583"/>
                </a:lnTo>
                <a:lnTo>
                  <a:pt x="230495" y="583088"/>
                </a:lnTo>
                <a:lnTo>
                  <a:pt x="199929" y="548921"/>
                </a:lnTo>
                <a:lnTo>
                  <a:pt x="171184" y="513157"/>
                </a:lnTo>
                <a:lnTo>
                  <a:pt x="144333" y="475868"/>
                </a:lnTo>
                <a:lnTo>
                  <a:pt x="119449" y="437129"/>
                </a:lnTo>
                <a:lnTo>
                  <a:pt x="96606" y="397012"/>
                </a:lnTo>
                <a:lnTo>
                  <a:pt x="75877" y="355591"/>
                </a:lnTo>
                <a:lnTo>
                  <a:pt x="57335" y="312940"/>
                </a:lnTo>
                <a:lnTo>
                  <a:pt x="41053" y="269133"/>
                </a:lnTo>
                <a:lnTo>
                  <a:pt x="27106" y="224243"/>
                </a:lnTo>
                <a:lnTo>
                  <a:pt x="15565" y="178342"/>
                </a:lnTo>
                <a:lnTo>
                  <a:pt x="6505" y="131506"/>
                </a:lnTo>
                <a:lnTo>
                  <a:pt x="0" y="83807"/>
                </a:lnTo>
                <a:lnTo>
                  <a:pt x="167358" y="0"/>
                </a:lnTo>
                <a:lnTo>
                  <a:pt x="349928" y="91406"/>
                </a:lnTo>
                <a:lnTo>
                  <a:pt x="361506" y="138116"/>
                </a:lnTo>
                <a:lnTo>
                  <a:pt x="377193" y="183053"/>
                </a:lnTo>
                <a:lnTo>
                  <a:pt x="396776" y="226002"/>
                </a:lnTo>
                <a:lnTo>
                  <a:pt x="420039" y="266749"/>
                </a:lnTo>
                <a:lnTo>
                  <a:pt x="446770" y="305079"/>
                </a:lnTo>
                <a:lnTo>
                  <a:pt x="476752" y="340777"/>
                </a:lnTo>
                <a:lnTo>
                  <a:pt x="509773" y="373628"/>
                </a:lnTo>
                <a:lnTo>
                  <a:pt x="545618" y="403419"/>
                </a:lnTo>
                <a:lnTo>
                  <a:pt x="584072" y="429934"/>
                </a:lnTo>
                <a:lnTo>
                  <a:pt x="624921" y="452959"/>
                </a:lnTo>
                <a:lnTo>
                  <a:pt x="667950" y="472278"/>
                </a:lnTo>
                <a:lnTo>
                  <a:pt x="712947" y="487678"/>
                </a:lnTo>
                <a:lnTo>
                  <a:pt x="759695" y="498944"/>
                </a:lnTo>
                <a:lnTo>
                  <a:pt x="807982" y="505861"/>
                </a:lnTo>
                <a:lnTo>
                  <a:pt x="857591" y="508214"/>
                </a:lnTo>
                <a:lnTo>
                  <a:pt x="771308" y="681084"/>
                </a:lnTo>
                <a:lnTo>
                  <a:pt x="857591" y="853841"/>
                </a:lnTo>
                <a:close/>
              </a:path>
            </a:pathLst>
          </a:custGeom>
          <a:solidFill>
            <a:srgbClr val="A6DAFF"/>
          </a:solidFill>
        </p:spPr>
        <p:txBody>
          <a:bodyPr wrap="square" lIns="0" tIns="0" rIns="0" bIns="0" rtlCol="0"/>
          <a:lstStyle/>
          <a:p>
            <a:endParaRPr/>
          </a:p>
        </p:txBody>
      </p:sp>
      <p:sp>
        <p:nvSpPr>
          <p:cNvPr id="21" name="bg object 21"/>
          <p:cNvSpPr/>
          <p:nvPr/>
        </p:nvSpPr>
        <p:spPr>
          <a:xfrm>
            <a:off x="1380412" y="4279788"/>
            <a:ext cx="1104900" cy="1106805"/>
          </a:xfrm>
          <a:custGeom>
            <a:avLst/>
            <a:gdLst/>
            <a:ahLst/>
            <a:cxnLst/>
            <a:rect l="l" t="t" r="r" b="b"/>
            <a:pathLst>
              <a:path w="1104900" h="1106804">
                <a:moveTo>
                  <a:pt x="0" y="864048"/>
                </a:moveTo>
                <a:lnTo>
                  <a:pt x="1276" y="816642"/>
                </a:lnTo>
                <a:lnTo>
                  <a:pt x="4939" y="771429"/>
                </a:lnTo>
                <a:lnTo>
                  <a:pt x="5062" y="769904"/>
                </a:lnTo>
                <a:lnTo>
                  <a:pt x="11292" y="723900"/>
                </a:lnTo>
                <a:lnTo>
                  <a:pt x="19899" y="678696"/>
                </a:lnTo>
                <a:lnTo>
                  <a:pt x="30818" y="634357"/>
                </a:lnTo>
                <a:lnTo>
                  <a:pt x="43984" y="590950"/>
                </a:lnTo>
                <a:lnTo>
                  <a:pt x="59330" y="548540"/>
                </a:lnTo>
                <a:lnTo>
                  <a:pt x="76790" y="507194"/>
                </a:lnTo>
                <a:lnTo>
                  <a:pt x="96299" y="466977"/>
                </a:lnTo>
                <a:lnTo>
                  <a:pt x="117792" y="427956"/>
                </a:lnTo>
                <a:lnTo>
                  <a:pt x="141221" y="390166"/>
                </a:lnTo>
                <a:lnTo>
                  <a:pt x="166462" y="353761"/>
                </a:lnTo>
                <a:lnTo>
                  <a:pt x="193508" y="318721"/>
                </a:lnTo>
                <a:lnTo>
                  <a:pt x="222274" y="285139"/>
                </a:lnTo>
                <a:lnTo>
                  <a:pt x="252694" y="253081"/>
                </a:lnTo>
                <a:lnTo>
                  <a:pt x="284702" y="222615"/>
                </a:lnTo>
                <a:lnTo>
                  <a:pt x="318233" y="193805"/>
                </a:lnTo>
                <a:lnTo>
                  <a:pt x="353220" y="166717"/>
                </a:lnTo>
                <a:lnTo>
                  <a:pt x="389598" y="141417"/>
                </a:lnTo>
                <a:lnTo>
                  <a:pt x="427300" y="117972"/>
                </a:lnTo>
                <a:lnTo>
                  <a:pt x="466262" y="96447"/>
                </a:lnTo>
                <a:lnTo>
                  <a:pt x="506418" y="76908"/>
                </a:lnTo>
                <a:lnTo>
                  <a:pt x="547700" y="59421"/>
                </a:lnTo>
                <a:lnTo>
                  <a:pt x="590045" y="44051"/>
                </a:lnTo>
                <a:lnTo>
                  <a:pt x="633386" y="30866"/>
                </a:lnTo>
                <a:lnTo>
                  <a:pt x="677656" y="19930"/>
                </a:lnTo>
                <a:lnTo>
                  <a:pt x="722791" y="11309"/>
                </a:lnTo>
                <a:lnTo>
                  <a:pt x="768725" y="5070"/>
                </a:lnTo>
                <a:lnTo>
                  <a:pt x="815391" y="1278"/>
                </a:lnTo>
                <a:lnTo>
                  <a:pt x="862725" y="0"/>
                </a:lnTo>
                <a:lnTo>
                  <a:pt x="949008" y="172870"/>
                </a:lnTo>
                <a:lnTo>
                  <a:pt x="862725" y="345626"/>
                </a:lnTo>
                <a:lnTo>
                  <a:pt x="850019" y="345788"/>
                </a:lnTo>
                <a:lnTo>
                  <a:pt x="837329" y="346261"/>
                </a:lnTo>
                <a:lnTo>
                  <a:pt x="799367" y="349550"/>
                </a:lnTo>
                <a:lnTo>
                  <a:pt x="749326" y="358265"/>
                </a:lnTo>
                <a:lnTo>
                  <a:pt x="712491" y="368000"/>
                </a:lnTo>
                <a:lnTo>
                  <a:pt x="676469" y="380421"/>
                </a:lnTo>
                <a:lnTo>
                  <a:pt x="641450" y="395464"/>
                </a:lnTo>
                <a:lnTo>
                  <a:pt x="607631" y="413046"/>
                </a:lnTo>
                <a:lnTo>
                  <a:pt x="575200" y="433066"/>
                </a:lnTo>
                <a:lnTo>
                  <a:pt x="544326" y="455419"/>
                </a:lnTo>
                <a:lnTo>
                  <a:pt x="515171" y="479991"/>
                </a:lnTo>
                <a:lnTo>
                  <a:pt x="487899" y="506643"/>
                </a:lnTo>
                <a:lnTo>
                  <a:pt x="462663" y="535226"/>
                </a:lnTo>
                <a:lnTo>
                  <a:pt x="439592" y="565589"/>
                </a:lnTo>
                <a:lnTo>
                  <a:pt x="418809" y="597575"/>
                </a:lnTo>
                <a:lnTo>
                  <a:pt x="400431" y="631006"/>
                </a:lnTo>
                <a:lnTo>
                  <a:pt x="384560" y="665692"/>
                </a:lnTo>
                <a:lnTo>
                  <a:pt x="371277" y="701452"/>
                </a:lnTo>
                <a:lnTo>
                  <a:pt x="360654" y="738102"/>
                </a:lnTo>
                <a:lnTo>
                  <a:pt x="352751" y="775435"/>
                </a:lnTo>
                <a:lnTo>
                  <a:pt x="352397" y="777632"/>
                </a:lnTo>
                <a:lnTo>
                  <a:pt x="172492" y="777632"/>
                </a:lnTo>
                <a:lnTo>
                  <a:pt x="0" y="864048"/>
                </a:lnTo>
                <a:close/>
              </a:path>
              <a:path w="1104900" h="1106804">
                <a:moveTo>
                  <a:pt x="640184" y="769277"/>
                </a:moveTo>
                <a:lnTo>
                  <a:pt x="662519" y="728272"/>
                </a:lnTo>
                <a:lnTo>
                  <a:pt x="692042" y="692547"/>
                </a:lnTo>
                <a:lnTo>
                  <a:pt x="727789" y="663071"/>
                </a:lnTo>
                <a:lnTo>
                  <a:pt x="768795" y="640816"/>
                </a:lnTo>
                <a:lnTo>
                  <a:pt x="814095" y="626752"/>
                </a:lnTo>
                <a:lnTo>
                  <a:pt x="862725" y="621848"/>
                </a:lnTo>
                <a:lnTo>
                  <a:pt x="885841" y="622995"/>
                </a:lnTo>
                <a:lnTo>
                  <a:pt x="908531" y="626320"/>
                </a:lnTo>
                <a:lnTo>
                  <a:pt x="930795" y="631822"/>
                </a:lnTo>
                <a:lnTo>
                  <a:pt x="952632" y="639502"/>
                </a:lnTo>
                <a:lnTo>
                  <a:pt x="953463" y="639502"/>
                </a:lnTo>
                <a:lnTo>
                  <a:pt x="640184" y="769277"/>
                </a:lnTo>
                <a:close/>
              </a:path>
              <a:path w="1104900" h="1106804">
                <a:moveTo>
                  <a:pt x="622104" y="885973"/>
                </a:moveTo>
                <a:lnTo>
                  <a:pt x="621424" y="878715"/>
                </a:lnTo>
                <a:lnTo>
                  <a:pt x="620972" y="871419"/>
                </a:lnTo>
                <a:lnTo>
                  <a:pt x="620972" y="864048"/>
                </a:lnTo>
                <a:lnTo>
                  <a:pt x="621164" y="856676"/>
                </a:lnTo>
                <a:lnTo>
                  <a:pt x="621244" y="853591"/>
                </a:lnTo>
                <a:lnTo>
                  <a:pt x="621964" y="843175"/>
                </a:lnTo>
                <a:lnTo>
                  <a:pt x="623131" y="832800"/>
                </a:lnTo>
                <a:lnTo>
                  <a:pt x="624746" y="822465"/>
                </a:lnTo>
                <a:lnTo>
                  <a:pt x="1001700" y="666077"/>
                </a:lnTo>
                <a:lnTo>
                  <a:pt x="1014433" y="675676"/>
                </a:lnTo>
                <a:lnTo>
                  <a:pt x="1026465" y="686040"/>
                </a:lnTo>
                <a:lnTo>
                  <a:pt x="1037797" y="697167"/>
                </a:lnTo>
                <a:lnTo>
                  <a:pt x="1048428" y="709058"/>
                </a:lnTo>
                <a:lnTo>
                  <a:pt x="622104" y="885973"/>
                </a:lnTo>
                <a:close/>
              </a:path>
              <a:path w="1104900" h="1106804">
                <a:moveTo>
                  <a:pt x="651997" y="982293"/>
                </a:moveTo>
                <a:lnTo>
                  <a:pt x="645298" y="969571"/>
                </a:lnTo>
                <a:lnTo>
                  <a:pt x="639417" y="956510"/>
                </a:lnTo>
                <a:lnTo>
                  <a:pt x="634353" y="943110"/>
                </a:lnTo>
                <a:lnTo>
                  <a:pt x="630106" y="929370"/>
                </a:lnTo>
                <a:lnTo>
                  <a:pt x="1073414" y="745462"/>
                </a:lnTo>
                <a:lnTo>
                  <a:pt x="1080104" y="758279"/>
                </a:lnTo>
                <a:lnTo>
                  <a:pt x="1085989" y="771429"/>
                </a:lnTo>
                <a:lnTo>
                  <a:pt x="1091069" y="784911"/>
                </a:lnTo>
                <a:lnTo>
                  <a:pt x="1095239" y="798385"/>
                </a:lnTo>
                <a:lnTo>
                  <a:pt x="1094486" y="798725"/>
                </a:lnTo>
                <a:lnTo>
                  <a:pt x="651997" y="982293"/>
                </a:lnTo>
                <a:close/>
              </a:path>
              <a:path w="1104900" h="1106804">
                <a:moveTo>
                  <a:pt x="345097" y="864048"/>
                </a:moveTo>
                <a:lnTo>
                  <a:pt x="172529" y="777632"/>
                </a:lnTo>
                <a:lnTo>
                  <a:pt x="352397" y="777632"/>
                </a:lnTo>
                <a:lnTo>
                  <a:pt x="350729" y="787991"/>
                </a:lnTo>
                <a:lnTo>
                  <a:pt x="349015" y="800593"/>
                </a:lnTo>
                <a:lnTo>
                  <a:pt x="345731" y="838613"/>
                </a:lnTo>
                <a:lnTo>
                  <a:pt x="345190" y="856676"/>
                </a:lnTo>
                <a:lnTo>
                  <a:pt x="345097" y="864048"/>
                </a:lnTo>
                <a:close/>
              </a:path>
              <a:path w="1104900" h="1106804">
                <a:moveTo>
                  <a:pt x="723750" y="1062019"/>
                </a:moveTo>
                <a:lnTo>
                  <a:pt x="711035" y="1052432"/>
                </a:lnTo>
                <a:lnTo>
                  <a:pt x="698971" y="1042059"/>
                </a:lnTo>
                <a:lnTo>
                  <a:pt x="687614" y="1030920"/>
                </a:lnTo>
                <a:lnTo>
                  <a:pt x="677022" y="1019037"/>
                </a:lnTo>
                <a:lnTo>
                  <a:pt x="1103384" y="842122"/>
                </a:lnTo>
                <a:lnTo>
                  <a:pt x="1104025" y="849380"/>
                </a:lnTo>
                <a:lnTo>
                  <a:pt x="1104516" y="856676"/>
                </a:lnTo>
                <a:lnTo>
                  <a:pt x="1104516" y="864048"/>
                </a:lnTo>
                <a:lnTo>
                  <a:pt x="1100704" y="905630"/>
                </a:lnTo>
                <a:lnTo>
                  <a:pt x="723750" y="1062019"/>
                </a:lnTo>
                <a:close/>
              </a:path>
              <a:path w="1104900" h="1106804">
                <a:moveTo>
                  <a:pt x="862687" y="1106247"/>
                </a:moveTo>
                <a:lnTo>
                  <a:pt x="839464" y="1105130"/>
                </a:lnTo>
                <a:lnTo>
                  <a:pt x="816670" y="1101816"/>
                </a:lnTo>
                <a:lnTo>
                  <a:pt x="794303" y="1096303"/>
                </a:lnTo>
                <a:lnTo>
                  <a:pt x="772364" y="1088594"/>
                </a:lnTo>
                <a:lnTo>
                  <a:pt x="771950" y="1088594"/>
                </a:lnTo>
                <a:lnTo>
                  <a:pt x="1085229" y="958818"/>
                </a:lnTo>
                <a:lnTo>
                  <a:pt x="1062899" y="999836"/>
                </a:lnTo>
                <a:lnTo>
                  <a:pt x="1033387" y="1035565"/>
                </a:lnTo>
                <a:lnTo>
                  <a:pt x="997652" y="1065038"/>
                </a:lnTo>
                <a:lnTo>
                  <a:pt x="956651" y="1087287"/>
                </a:lnTo>
                <a:lnTo>
                  <a:pt x="911344" y="1101346"/>
                </a:lnTo>
                <a:lnTo>
                  <a:pt x="862687" y="1106247"/>
                </a:lnTo>
                <a:close/>
              </a:path>
            </a:pathLst>
          </a:custGeom>
          <a:solidFill>
            <a:srgbClr val="8BD0FF"/>
          </a:solidFill>
        </p:spPr>
        <p:txBody>
          <a:bodyPr wrap="square" lIns="0" tIns="0" rIns="0" bIns="0" rtlCol="0"/>
          <a:lstStyle/>
          <a:p>
            <a:endParaRPr/>
          </a:p>
        </p:txBody>
      </p:sp>
      <p:sp>
        <p:nvSpPr>
          <p:cNvPr id="22" name="bg object 22"/>
          <p:cNvSpPr/>
          <p:nvPr/>
        </p:nvSpPr>
        <p:spPr>
          <a:xfrm>
            <a:off x="9143943" y="5071710"/>
            <a:ext cx="2378075" cy="1022985"/>
          </a:xfrm>
          <a:custGeom>
            <a:avLst/>
            <a:gdLst/>
            <a:ahLst/>
            <a:cxnLst/>
            <a:rect l="l" t="t" r="r" b="b"/>
            <a:pathLst>
              <a:path w="2378075" h="1022985">
                <a:moveTo>
                  <a:pt x="1039726" y="1022809"/>
                </a:moveTo>
                <a:lnTo>
                  <a:pt x="1030961" y="1022809"/>
                </a:lnTo>
                <a:lnTo>
                  <a:pt x="1026108" y="1020984"/>
                </a:lnTo>
                <a:lnTo>
                  <a:pt x="1018312" y="1013393"/>
                </a:lnTo>
                <a:lnTo>
                  <a:pt x="1016619" y="1007787"/>
                </a:lnTo>
                <a:lnTo>
                  <a:pt x="1016619" y="458111"/>
                </a:lnTo>
                <a:lnTo>
                  <a:pt x="1015115" y="457227"/>
                </a:lnTo>
                <a:lnTo>
                  <a:pt x="76710" y="967639"/>
                </a:lnTo>
                <a:lnTo>
                  <a:pt x="69412" y="969881"/>
                </a:lnTo>
                <a:lnTo>
                  <a:pt x="62082" y="969181"/>
                </a:lnTo>
                <a:lnTo>
                  <a:pt x="55556" y="965783"/>
                </a:lnTo>
                <a:lnTo>
                  <a:pt x="50670" y="959935"/>
                </a:lnTo>
                <a:lnTo>
                  <a:pt x="545" y="867760"/>
                </a:lnTo>
                <a:lnTo>
                  <a:pt x="0" y="862483"/>
                </a:lnTo>
                <a:lnTo>
                  <a:pt x="2877" y="852728"/>
                </a:lnTo>
                <a:lnTo>
                  <a:pt x="6206" y="848608"/>
                </a:lnTo>
                <a:lnTo>
                  <a:pt x="1132414" y="236068"/>
                </a:lnTo>
                <a:lnTo>
                  <a:pt x="1139637" y="236209"/>
                </a:lnTo>
                <a:lnTo>
                  <a:pt x="1151260" y="243123"/>
                </a:lnTo>
                <a:lnTo>
                  <a:pt x="1154834" y="249406"/>
                </a:lnTo>
                <a:lnTo>
                  <a:pt x="1154834" y="770928"/>
                </a:lnTo>
                <a:lnTo>
                  <a:pt x="1156536" y="771793"/>
                </a:lnTo>
                <a:lnTo>
                  <a:pt x="2106517" y="96737"/>
                </a:lnTo>
                <a:lnTo>
                  <a:pt x="2106734" y="95580"/>
                </a:lnTo>
                <a:lnTo>
                  <a:pt x="2061932" y="31521"/>
                </a:lnTo>
                <a:lnTo>
                  <a:pt x="2058902" y="22812"/>
                </a:lnTo>
                <a:lnTo>
                  <a:pt x="2060734" y="14336"/>
                </a:lnTo>
                <a:lnTo>
                  <a:pt x="2066517" y="7873"/>
                </a:lnTo>
                <a:lnTo>
                  <a:pt x="2075342" y="5201"/>
                </a:lnTo>
                <a:lnTo>
                  <a:pt x="2361015" y="0"/>
                </a:lnTo>
                <a:lnTo>
                  <a:pt x="2369110" y="1907"/>
                </a:lnTo>
                <a:lnTo>
                  <a:pt x="2375027" y="7147"/>
                </a:lnTo>
                <a:lnTo>
                  <a:pt x="2377915" y="14509"/>
                </a:lnTo>
                <a:lnTo>
                  <a:pt x="2376927" y="22782"/>
                </a:lnTo>
                <a:lnTo>
                  <a:pt x="2274120" y="289432"/>
                </a:lnTo>
                <a:lnTo>
                  <a:pt x="2268588" y="296802"/>
                </a:lnTo>
                <a:lnTo>
                  <a:pt x="2260534" y="300015"/>
                </a:lnTo>
                <a:lnTo>
                  <a:pt x="2251943" y="298828"/>
                </a:lnTo>
                <a:lnTo>
                  <a:pt x="2244798" y="292997"/>
                </a:lnTo>
                <a:lnTo>
                  <a:pt x="2186905" y="210228"/>
                </a:lnTo>
                <a:lnTo>
                  <a:pt x="2185748" y="210012"/>
                </a:lnTo>
                <a:lnTo>
                  <a:pt x="1043619" y="1021605"/>
                </a:lnTo>
                <a:lnTo>
                  <a:pt x="1039726" y="1022809"/>
                </a:lnTo>
                <a:close/>
              </a:path>
            </a:pathLst>
          </a:custGeom>
          <a:solidFill>
            <a:srgbClr val="F15924"/>
          </a:solidFill>
        </p:spPr>
        <p:txBody>
          <a:bodyPr wrap="square" lIns="0" tIns="0" rIns="0" bIns="0" rtlCol="0"/>
          <a:lstStyle/>
          <a:p>
            <a:endParaRPr/>
          </a:p>
        </p:txBody>
      </p:sp>
      <p:sp>
        <p:nvSpPr>
          <p:cNvPr id="23" name="bg object 23"/>
          <p:cNvSpPr/>
          <p:nvPr/>
        </p:nvSpPr>
        <p:spPr>
          <a:xfrm>
            <a:off x="9585859" y="4722227"/>
            <a:ext cx="274955" cy="903605"/>
          </a:xfrm>
          <a:custGeom>
            <a:avLst/>
            <a:gdLst/>
            <a:ahLst/>
            <a:cxnLst/>
            <a:rect l="l" t="t" r="r" b="b"/>
            <a:pathLst>
              <a:path w="274954" h="903604">
                <a:moveTo>
                  <a:pt x="1504" y="903514"/>
                </a:moveTo>
                <a:lnTo>
                  <a:pt x="0" y="902602"/>
                </a:lnTo>
                <a:lnTo>
                  <a:pt x="0" y="818"/>
                </a:lnTo>
                <a:lnTo>
                  <a:pt x="827" y="0"/>
                </a:lnTo>
                <a:lnTo>
                  <a:pt x="273598" y="0"/>
                </a:lnTo>
                <a:lnTo>
                  <a:pt x="274425" y="818"/>
                </a:lnTo>
                <a:lnTo>
                  <a:pt x="274425" y="1853"/>
                </a:lnTo>
                <a:lnTo>
                  <a:pt x="274425" y="754598"/>
                </a:lnTo>
                <a:lnTo>
                  <a:pt x="274049" y="755219"/>
                </a:lnTo>
                <a:lnTo>
                  <a:pt x="1504" y="903514"/>
                </a:lnTo>
                <a:close/>
              </a:path>
            </a:pathLst>
          </a:custGeom>
          <a:solidFill>
            <a:srgbClr val="009145"/>
          </a:solidFill>
        </p:spPr>
        <p:txBody>
          <a:bodyPr wrap="square" lIns="0" tIns="0" rIns="0" bIns="0" rtlCol="0"/>
          <a:lstStyle/>
          <a:p>
            <a:endParaRPr/>
          </a:p>
        </p:txBody>
      </p:sp>
      <p:sp>
        <p:nvSpPr>
          <p:cNvPr id="24" name="bg object 24"/>
          <p:cNvSpPr/>
          <p:nvPr/>
        </p:nvSpPr>
        <p:spPr>
          <a:xfrm>
            <a:off x="10683421" y="4190979"/>
            <a:ext cx="274955" cy="1318260"/>
          </a:xfrm>
          <a:custGeom>
            <a:avLst/>
            <a:gdLst/>
            <a:ahLst/>
            <a:cxnLst/>
            <a:rect l="l" t="t" r="r" b="b"/>
            <a:pathLst>
              <a:path w="274954" h="1318260">
                <a:moveTo>
                  <a:pt x="1683" y="1317923"/>
                </a:moveTo>
                <a:lnTo>
                  <a:pt x="0" y="1317057"/>
                </a:lnTo>
                <a:lnTo>
                  <a:pt x="0" y="818"/>
                </a:lnTo>
                <a:lnTo>
                  <a:pt x="818" y="0"/>
                </a:lnTo>
                <a:lnTo>
                  <a:pt x="273588" y="0"/>
                </a:lnTo>
                <a:lnTo>
                  <a:pt x="274435" y="818"/>
                </a:lnTo>
                <a:lnTo>
                  <a:pt x="274435" y="1853"/>
                </a:lnTo>
                <a:lnTo>
                  <a:pt x="274435" y="1123779"/>
                </a:lnTo>
                <a:lnTo>
                  <a:pt x="274143" y="1124334"/>
                </a:lnTo>
                <a:lnTo>
                  <a:pt x="1683" y="1317923"/>
                </a:lnTo>
                <a:close/>
              </a:path>
            </a:pathLst>
          </a:custGeom>
          <a:solidFill>
            <a:srgbClr val="0070BC"/>
          </a:solidFill>
        </p:spPr>
        <p:txBody>
          <a:bodyPr wrap="square" lIns="0" tIns="0" rIns="0" bIns="0" rtlCol="0"/>
          <a:lstStyle/>
          <a:p>
            <a:endParaRPr/>
          </a:p>
        </p:txBody>
      </p:sp>
      <p:sp>
        <p:nvSpPr>
          <p:cNvPr id="25" name="bg object 25"/>
          <p:cNvSpPr/>
          <p:nvPr/>
        </p:nvSpPr>
        <p:spPr>
          <a:xfrm>
            <a:off x="10299718" y="4875742"/>
            <a:ext cx="274955" cy="871219"/>
          </a:xfrm>
          <a:custGeom>
            <a:avLst/>
            <a:gdLst/>
            <a:ahLst/>
            <a:cxnLst/>
            <a:rect l="l" t="t" r="r" b="b"/>
            <a:pathLst>
              <a:path w="274954" h="871220">
                <a:moveTo>
                  <a:pt x="50698" y="871024"/>
                </a:moveTo>
                <a:lnTo>
                  <a:pt x="48986" y="870140"/>
                </a:lnTo>
                <a:lnTo>
                  <a:pt x="48986" y="452119"/>
                </a:lnTo>
                <a:lnTo>
                  <a:pt x="46635" y="434371"/>
                </a:lnTo>
                <a:lnTo>
                  <a:pt x="15206" y="392754"/>
                </a:lnTo>
                <a:lnTo>
                  <a:pt x="517" y="386207"/>
                </a:lnTo>
                <a:lnTo>
                  <a:pt x="0" y="385530"/>
                </a:lnTo>
                <a:lnTo>
                  <a:pt x="0" y="837"/>
                </a:lnTo>
                <a:lnTo>
                  <a:pt x="836" y="0"/>
                </a:lnTo>
                <a:lnTo>
                  <a:pt x="273513" y="0"/>
                </a:lnTo>
                <a:lnTo>
                  <a:pt x="274360" y="837"/>
                </a:lnTo>
                <a:lnTo>
                  <a:pt x="274360" y="1871"/>
                </a:lnTo>
                <a:lnTo>
                  <a:pt x="274360" y="711732"/>
                </a:lnTo>
                <a:lnTo>
                  <a:pt x="274068" y="712315"/>
                </a:lnTo>
                <a:lnTo>
                  <a:pt x="50698" y="871024"/>
                </a:lnTo>
                <a:close/>
              </a:path>
            </a:pathLst>
          </a:custGeom>
          <a:solidFill>
            <a:srgbClr val="D31B89"/>
          </a:solidFill>
        </p:spPr>
        <p:txBody>
          <a:bodyPr wrap="square" lIns="0" tIns="0" rIns="0" bIns="0" rtlCol="0"/>
          <a:lstStyle/>
          <a:p>
            <a:endParaRPr/>
          </a:p>
        </p:txBody>
      </p:sp>
      <p:sp>
        <p:nvSpPr>
          <p:cNvPr id="26" name="bg object 26"/>
          <p:cNvSpPr/>
          <p:nvPr/>
        </p:nvSpPr>
        <p:spPr>
          <a:xfrm>
            <a:off x="9942826" y="4412467"/>
            <a:ext cx="274955" cy="1019175"/>
          </a:xfrm>
          <a:custGeom>
            <a:avLst/>
            <a:gdLst/>
            <a:ahLst/>
            <a:cxnLst/>
            <a:rect l="l" t="t" r="r" b="b"/>
            <a:pathLst>
              <a:path w="274954" h="1019175">
                <a:moveTo>
                  <a:pt x="1504" y="1019112"/>
                </a:moveTo>
                <a:lnTo>
                  <a:pt x="0" y="1018218"/>
                </a:lnTo>
                <a:lnTo>
                  <a:pt x="0" y="818"/>
                </a:lnTo>
                <a:lnTo>
                  <a:pt x="836" y="0"/>
                </a:lnTo>
                <a:lnTo>
                  <a:pt x="273523" y="0"/>
                </a:lnTo>
                <a:lnTo>
                  <a:pt x="274350" y="818"/>
                </a:lnTo>
                <a:lnTo>
                  <a:pt x="274350" y="1862"/>
                </a:lnTo>
                <a:lnTo>
                  <a:pt x="274350" y="870262"/>
                </a:lnTo>
                <a:lnTo>
                  <a:pt x="273983" y="870892"/>
                </a:lnTo>
                <a:lnTo>
                  <a:pt x="1504" y="1019112"/>
                </a:lnTo>
                <a:close/>
              </a:path>
            </a:pathLst>
          </a:custGeom>
          <a:solidFill>
            <a:srgbClr val="F15924"/>
          </a:solidFill>
        </p:spPr>
        <p:txBody>
          <a:bodyPr wrap="square" lIns="0" tIns="0" rIns="0" bIns="0" rtlCol="0"/>
          <a:lstStyle/>
          <a:p>
            <a:endParaRPr/>
          </a:p>
        </p:txBody>
      </p:sp>
      <p:sp>
        <p:nvSpPr>
          <p:cNvPr id="27" name="bg object 27"/>
          <p:cNvSpPr/>
          <p:nvPr/>
        </p:nvSpPr>
        <p:spPr>
          <a:xfrm>
            <a:off x="7209011" y="1962475"/>
            <a:ext cx="3870325" cy="40005"/>
          </a:xfrm>
          <a:custGeom>
            <a:avLst/>
            <a:gdLst/>
            <a:ahLst/>
            <a:cxnLst/>
            <a:rect l="l" t="t" r="r" b="b"/>
            <a:pathLst>
              <a:path w="3870325" h="40005">
                <a:moveTo>
                  <a:pt x="0" y="39903"/>
                </a:moveTo>
                <a:lnTo>
                  <a:pt x="3869976" y="0"/>
                </a:lnTo>
              </a:path>
            </a:pathLst>
          </a:custGeom>
          <a:ln w="38099">
            <a:solidFill>
              <a:srgbClr val="000000"/>
            </a:solidFill>
          </a:ln>
        </p:spPr>
        <p:txBody>
          <a:bodyPr wrap="square" lIns="0" tIns="0" rIns="0" bIns="0" rtlCol="0"/>
          <a:lstStyle/>
          <a:p>
            <a:endParaRPr/>
          </a:p>
        </p:txBody>
      </p:sp>
      <p:sp>
        <p:nvSpPr>
          <p:cNvPr id="28" name="bg object 28"/>
          <p:cNvSpPr/>
          <p:nvPr/>
        </p:nvSpPr>
        <p:spPr>
          <a:xfrm>
            <a:off x="4676557" y="7950352"/>
            <a:ext cx="8935085" cy="1308100"/>
          </a:xfrm>
          <a:custGeom>
            <a:avLst/>
            <a:gdLst/>
            <a:ahLst/>
            <a:cxnLst/>
            <a:rect l="l" t="t" r="r" b="b"/>
            <a:pathLst>
              <a:path w="8935085" h="1308100">
                <a:moveTo>
                  <a:pt x="8449110" y="1307947"/>
                </a:moveTo>
                <a:lnTo>
                  <a:pt x="485775" y="1307947"/>
                </a:lnTo>
                <a:lnTo>
                  <a:pt x="437762" y="1305570"/>
                </a:lnTo>
                <a:lnTo>
                  <a:pt x="390562" y="1298526"/>
                </a:lnTo>
                <a:lnTo>
                  <a:pt x="344494" y="1286949"/>
                </a:lnTo>
                <a:lnTo>
                  <a:pt x="299876" y="1270969"/>
                </a:lnTo>
                <a:lnTo>
                  <a:pt x="257028" y="1250719"/>
                </a:lnTo>
                <a:lnTo>
                  <a:pt x="216266" y="1226331"/>
                </a:lnTo>
                <a:lnTo>
                  <a:pt x="177911" y="1197936"/>
                </a:lnTo>
                <a:lnTo>
                  <a:pt x="142280" y="1165666"/>
                </a:lnTo>
                <a:lnTo>
                  <a:pt x="110010" y="1130035"/>
                </a:lnTo>
                <a:lnTo>
                  <a:pt x="81615" y="1091680"/>
                </a:lnTo>
                <a:lnTo>
                  <a:pt x="57227" y="1050918"/>
                </a:lnTo>
                <a:lnTo>
                  <a:pt x="36977" y="1008069"/>
                </a:lnTo>
                <a:lnTo>
                  <a:pt x="20997" y="963452"/>
                </a:lnTo>
                <a:lnTo>
                  <a:pt x="9420" y="917384"/>
                </a:lnTo>
                <a:lnTo>
                  <a:pt x="2377" y="870184"/>
                </a:lnTo>
                <a:lnTo>
                  <a:pt x="0" y="822172"/>
                </a:lnTo>
                <a:lnTo>
                  <a:pt x="0" y="485775"/>
                </a:lnTo>
                <a:lnTo>
                  <a:pt x="2377" y="437762"/>
                </a:lnTo>
                <a:lnTo>
                  <a:pt x="9420" y="390562"/>
                </a:lnTo>
                <a:lnTo>
                  <a:pt x="20997" y="344494"/>
                </a:lnTo>
                <a:lnTo>
                  <a:pt x="36977" y="299877"/>
                </a:lnTo>
                <a:lnTo>
                  <a:pt x="57227" y="257028"/>
                </a:lnTo>
                <a:lnTo>
                  <a:pt x="81615" y="216266"/>
                </a:lnTo>
                <a:lnTo>
                  <a:pt x="110010" y="177911"/>
                </a:lnTo>
                <a:lnTo>
                  <a:pt x="142280" y="142280"/>
                </a:lnTo>
                <a:lnTo>
                  <a:pt x="177911" y="110011"/>
                </a:lnTo>
                <a:lnTo>
                  <a:pt x="216266" y="81616"/>
                </a:lnTo>
                <a:lnTo>
                  <a:pt x="257028" y="57227"/>
                </a:lnTo>
                <a:lnTo>
                  <a:pt x="299876" y="36977"/>
                </a:lnTo>
                <a:lnTo>
                  <a:pt x="344494" y="20997"/>
                </a:lnTo>
                <a:lnTo>
                  <a:pt x="390562" y="9420"/>
                </a:lnTo>
                <a:lnTo>
                  <a:pt x="437762" y="2377"/>
                </a:lnTo>
                <a:lnTo>
                  <a:pt x="485775" y="0"/>
                </a:lnTo>
                <a:lnTo>
                  <a:pt x="8449110" y="0"/>
                </a:lnTo>
                <a:lnTo>
                  <a:pt x="8497123" y="2377"/>
                </a:lnTo>
                <a:lnTo>
                  <a:pt x="8544322" y="9420"/>
                </a:lnTo>
                <a:lnTo>
                  <a:pt x="8590390" y="20997"/>
                </a:lnTo>
                <a:lnTo>
                  <a:pt x="8635008" y="36977"/>
                </a:lnTo>
                <a:lnTo>
                  <a:pt x="8677857" y="57227"/>
                </a:lnTo>
                <a:lnTo>
                  <a:pt x="8718618" y="81616"/>
                </a:lnTo>
                <a:lnTo>
                  <a:pt x="8756974" y="110011"/>
                </a:lnTo>
                <a:lnTo>
                  <a:pt x="8792605" y="142280"/>
                </a:lnTo>
                <a:lnTo>
                  <a:pt x="8824874" y="177911"/>
                </a:lnTo>
                <a:lnTo>
                  <a:pt x="8853269" y="216266"/>
                </a:lnTo>
                <a:lnTo>
                  <a:pt x="8877658" y="257028"/>
                </a:lnTo>
                <a:lnTo>
                  <a:pt x="8897908" y="299877"/>
                </a:lnTo>
                <a:lnTo>
                  <a:pt x="8913887" y="344494"/>
                </a:lnTo>
                <a:lnTo>
                  <a:pt x="8925464" y="390562"/>
                </a:lnTo>
                <a:lnTo>
                  <a:pt x="8932508" y="437762"/>
                </a:lnTo>
                <a:lnTo>
                  <a:pt x="8934885" y="485775"/>
                </a:lnTo>
                <a:lnTo>
                  <a:pt x="8934885" y="822172"/>
                </a:lnTo>
                <a:lnTo>
                  <a:pt x="8932508" y="870184"/>
                </a:lnTo>
                <a:lnTo>
                  <a:pt x="8925464" y="917384"/>
                </a:lnTo>
                <a:lnTo>
                  <a:pt x="8913887" y="963452"/>
                </a:lnTo>
                <a:lnTo>
                  <a:pt x="8897908" y="1008069"/>
                </a:lnTo>
                <a:lnTo>
                  <a:pt x="8877658" y="1050918"/>
                </a:lnTo>
                <a:lnTo>
                  <a:pt x="8853269" y="1091680"/>
                </a:lnTo>
                <a:lnTo>
                  <a:pt x="8824874" y="1130035"/>
                </a:lnTo>
                <a:lnTo>
                  <a:pt x="8792605" y="1165666"/>
                </a:lnTo>
                <a:lnTo>
                  <a:pt x="8756974" y="1197936"/>
                </a:lnTo>
                <a:lnTo>
                  <a:pt x="8718618" y="1226331"/>
                </a:lnTo>
                <a:lnTo>
                  <a:pt x="8677857" y="1250719"/>
                </a:lnTo>
                <a:lnTo>
                  <a:pt x="8635008" y="1270969"/>
                </a:lnTo>
                <a:lnTo>
                  <a:pt x="8590390" y="1286949"/>
                </a:lnTo>
                <a:lnTo>
                  <a:pt x="8544322" y="1298526"/>
                </a:lnTo>
                <a:lnTo>
                  <a:pt x="8497123" y="1305570"/>
                </a:lnTo>
                <a:lnTo>
                  <a:pt x="8449110" y="1307947"/>
                </a:lnTo>
                <a:close/>
              </a:path>
            </a:pathLst>
          </a:custGeom>
          <a:solidFill>
            <a:srgbClr val="583C8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750" b="1" i="0">
                <a:solidFill>
                  <a:srgbClr val="583C8F"/>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50" b="1" i="0">
                <a:solidFill>
                  <a:srgbClr val="583C8F"/>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6999"/>
          </a:xfrm>
          <a:prstGeom prst="rect">
            <a:avLst/>
          </a:prstGeom>
        </p:spPr>
      </p:pic>
      <p:sp>
        <p:nvSpPr>
          <p:cNvPr id="2" name="Holder 2"/>
          <p:cNvSpPr>
            <a:spLocks noGrp="1"/>
          </p:cNvSpPr>
          <p:nvPr>
            <p:ph type="title"/>
          </p:nvPr>
        </p:nvSpPr>
        <p:spPr>
          <a:xfrm>
            <a:off x="1016020" y="986508"/>
            <a:ext cx="16255959" cy="1178560"/>
          </a:xfrm>
          <a:prstGeom prst="rect">
            <a:avLst/>
          </a:prstGeom>
        </p:spPr>
        <p:txBody>
          <a:bodyPr wrap="square" lIns="0" tIns="0" rIns="0" bIns="0">
            <a:spAutoFit/>
          </a:bodyPr>
          <a:lstStyle>
            <a:lvl1pPr>
              <a:defRPr sz="4750" b="1" i="0">
                <a:solidFill>
                  <a:srgbClr val="583C8F"/>
                </a:solidFill>
                <a:latin typeface="Trebuchet MS"/>
                <a:cs typeface="Trebuchet MS"/>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ebp"/><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18288000" cy="10286999"/>
          </a:xfrm>
          <a:prstGeom prst="rect">
            <a:avLst/>
          </a:prstGeom>
        </p:spPr>
      </p:pic>
      <p:sp>
        <p:nvSpPr>
          <p:cNvPr id="3" name="object 3"/>
          <p:cNvSpPr/>
          <p:nvPr/>
        </p:nvSpPr>
        <p:spPr>
          <a:xfrm>
            <a:off x="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4" name="object 4"/>
          <p:cNvSpPr txBox="1">
            <a:spLocks noGrp="1"/>
          </p:cNvSpPr>
          <p:nvPr>
            <p:ph type="ctrTitle"/>
          </p:nvPr>
        </p:nvSpPr>
        <p:spPr>
          <a:xfrm>
            <a:off x="3570736" y="3218696"/>
            <a:ext cx="13742756" cy="2589812"/>
          </a:xfrm>
          <a:prstGeom prst="rect">
            <a:avLst/>
          </a:prstGeom>
        </p:spPr>
        <p:txBody>
          <a:bodyPr vert="horz" wrap="square" lIns="0" tIns="12065" rIns="0" bIns="0" rtlCol="0">
            <a:spAutoFit/>
          </a:bodyPr>
          <a:lstStyle/>
          <a:p>
            <a:pPr marL="12700">
              <a:lnSpc>
                <a:spcPts val="9160"/>
              </a:lnSpc>
              <a:spcBef>
                <a:spcPts val="95"/>
              </a:spcBef>
            </a:pPr>
            <a:endParaRPr lang="en-IN" sz="8050" b="0" spc="-10" dirty="0">
              <a:solidFill>
                <a:srgbClr val="000000"/>
              </a:solidFill>
              <a:latin typeface="Lucida Sans Unicode"/>
              <a:cs typeface="Lucida Sans Unicode"/>
            </a:endParaRPr>
          </a:p>
          <a:p>
            <a:pPr marL="12700">
              <a:lnSpc>
                <a:spcPts val="10900"/>
              </a:lnSpc>
            </a:pPr>
            <a:r>
              <a:rPr lang="en-IN" sz="9600" spc="775" dirty="0" err="1">
                <a:uFill>
                  <a:solidFill>
                    <a:srgbClr val="000000"/>
                  </a:solidFill>
                </a:uFill>
              </a:rPr>
              <a:t>NotesHub</a:t>
            </a:r>
            <a:endParaRPr lang="en-IN" sz="9600" dirty="0"/>
          </a:p>
        </p:txBody>
      </p:sp>
      <p:pic>
        <p:nvPicPr>
          <p:cNvPr id="5" name="object 5"/>
          <p:cNvPicPr/>
          <p:nvPr/>
        </p:nvPicPr>
        <p:blipFill>
          <a:blip r:embed="rId3" cstate="print"/>
          <a:stretch>
            <a:fillRect/>
          </a:stretch>
        </p:blipFill>
        <p:spPr>
          <a:xfrm>
            <a:off x="17743623" y="4309467"/>
            <a:ext cx="179131" cy="179028"/>
          </a:xfrm>
          <a:prstGeom prst="rect">
            <a:avLst/>
          </a:prstGeom>
        </p:spPr>
      </p:pic>
      <p:pic>
        <p:nvPicPr>
          <p:cNvPr id="6" name="object 6"/>
          <p:cNvPicPr/>
          <p:nvPr/>
        </p:nvPicPr>
        <p:blipFill>
          <a:blip r:embed="rId4" cstate="print"/>
          <a:stretch>
            <a:fillRect/>
          </a:stretch>
        </p:blipFill>
        <p:spPr>
          <a:xfrm>
            <a:off x="17743623" y="3874618"/>
            <a:ext cx="179131" cy="179027"/>
          </a:xfrm>
          <a:prstGeom prst="rect">
            <a:avLst/>
          </a:prstGeom>
        </p:spPr>
      </p:pic>
      <p:pic>
        <p:nvPicPr>
          <p:cNvPr id="7" name="object 7"/>
          <p:cNvPicPr/>
          <p:nvPr/>
        </p:nvPicPr>
        <p:blipFill>
          <a:blip r:embed="rId5" cstate="print"/>
          <a:stretch>
            <a:fillRect/>
          </a:stretch>
        </p:blipFill>
        <p:spPr>
          <a:xfrm>
            <a:off x="17300982" y="3874618"/>
            <a:ext cx="179130" cy="179027"/>
          </a:xfrm>
          <a:prstGeom prst="rect">
            <a:avLst/>
          </a:prstGeom>
        </p:spPr>
      </p:pic>
      <p:pic>
        <p:nvPicPr>
          <p:cNvPr id="8" name="object 8"/>
          <p:cNvPicPr/>
          <p:nvPr/>
        </p:nvPicPr>
        <p:blipFill>
          <a:blip r:embed="rId6" cstate="print"/>
          <a:stretch>
            <a:fillRect/>
          </a:stretch>
        </p:blipFill>
        <p:spPr>
          <a:xfrm>
            <a:off x="17743623" y="3439768"/>
            <a:ext cx="179131" cy="179027"/>
          </a:xfrm>
          <a:prstGeom prst="rect">
            <a:avLst/>
          </a:prstGeom>
        </p:spPr>
      </p:pic>
      <p:pic>
        <p:nvPicPr>
          <p:cNvPr id="9" name="object 9"/>
          <p:cNvPicPr/>
          <p:nvPr/>
        </p:nvPicPr>
        <p:blipFill>
          <a:blip r:embed="rId7" cstate="print"/>
          <a:stretch>
            <a:fillRect/>
          </a:stretch>
        </p:blipFill>
        <p:spPr>
          <a:xfrm>
            <a:off x="17300982" y="3439768"/>
            <a:ext cx="179130" cy="179027"/>
          </a:xfrm>
          <a:prstGeom prst="rect">
            <a:avLst/>
          </a:prstGeom>
        </p:spPr>
      </p:pic>
      <p:pic>
        <p:nvPicPr>
          <p:cNvPr id="10" name="object 10"/>
          <p:cNvPicPr/>
          <p:nvPr/>
        </p:nvPicPr>
        <p:blipFill>
          <a:blip r:embed="rId8" cstate="print"/>
          <a:stretch>
            <a:fillRect/>
          </a:stretch>
        </p:blipFill>
        <p:spPr>
          <a:xfrm>
            <a:off x="16858812" y="3439768"/>
            <a:ext cx="179130" cy="179027"/>
          </a:xfrm>
          <a:prstGeom prst="rect">
            <a:avLst/>
          </a:prstGeom>
        </p:spPr>
      </p:pic>
      <p:pic>
        <p:nvPicPr>
          <p:cNvPr id="11" name="object 11"/>
          <p:cNvPicPr/>
          <p:nvPr/>
        </p:nvPicPr>
        <p:blipFill>
          <a:blip r:embed="rId3" cstate="print"/>
          <a:stretch>
            <a:fillRect/>
          </a:stretch>
        </p:blipFill>
        <p:spPr>
          <a:xfrm>
            <a:off x="17743623" y="3004918"/>
            <a:ext cx="179131" cy="179027"/>
          </a:xfrm>
          <a:prstGeom prst="rect">
            <a:avLst/>
          </a:prstGeom>
        </p:spPr>
      </p:pic>
      <p:pic>
        <p:nvPicPr>
          <p:cNvPr id="12" name="object 12"/>
          <p:cNvPicPr/>
          <p:nvPr/>
        </p:nvPicPr>
        <p:blipFill>
          <a:blip r:embed="rId9" cstate="print"/>
          <a:stretch>
            <a:fillRect/>
          </a:stretch>
        </p:blipFill>
        <p:spPr>
          <a:xfrm>
            <a:off x="16858812" y="3004918"/>
            <a:ext cx="179130" cy="179027"/>
          </a:xfrm>
          <a:prstGeom prst="rect">
            <a:avLst/>
          </a:prstGeom>
        </p:spPr>
      </p:pic>
      <p:pic>
        <p:nvPicPr>
          <p:cNvPr id="13" name="object 13"/>
          <p:cNvPicPr/>
          <p:nvPr/>
        </p:nvPicPr>
        <p:blipFill>
          <a:blip r:embed="rId10" cstate="print"/>
          <a:stretch>
            <a:fillRect/>
          </a:stretch>
        </p:blipFill>
        <p:spPr>
          <a:xfrm>
            <a:off x="17300982" y="3004918"/>
            <a:ext cx="179130" cy="179027"/>
          </a:xfrm>
          <a:prstGeom prst="rect">
            <a:avLst/>
          </a:prstGeom>
        </p:spPr>
      </p:pic>
      <p:pic>
        <p:nvPicPr>
          <p:cNvPr id="14" name="object 14"/>
          <p:cNvPicPr/>
          <p:nvPr/>
        </p:nvPicPr>
        <p:blipFill>
          <a:blip r:embed="rId11" cstate="print"/>
          <a:stretch>
            <a:fillRect/>
          </a:stretch>
        </p:blipFill>
        <p:spPr>
          <a:xfrm>
            <a:off x="16416173" y="3004918"/>
            <a:ext cx="179130" cy="179027"/>
          </a:xfrm>
          <a:prstGeom prst="rect">
            <a:avLst/>
          </a:prstGeom>
        </p:spPr>
      </p:pic>
      <p:pic>
        <p:nvPicPr>
          <p:cNvPr id="15" name="object 15"/>
          <p:cNvPicPr/>
          <p:nvPr/>
        </p:nvPicPr>
        <p:blipFill>
          <a:blip r:embed="rId3" cstate="print"/>
          <a:stretch>
            <a:fillRect/>
          </a:stretch>
        </p:blipFill>
        <p:spPr>
          <a:xfrm>
            <a:off x="17743623" y="2570069"/>
            <a:ext cx="179131" cy="179028"/>
          </a:xfrm>
          <a:prstGeom prst="rect">
            <a:avLst/>
          </a:prstGeom>
        </p:spPr>
      </p:pic>
      <p:pic>
        <p:nvPicPr>
          <p:cNvPr id="16" name="object 16"/>
          <p:cNvPicPr/>
          <p:nvPr/>
        </p:nvPicPr>
        <p:blipFill>
          <a:blip r:embed="rId10" cstate="print"/>
          <a:stretch>
            <a:fillRect/>
          </a:stretch>
        </p:blipFill>
        <p:spPr>
          <a:xfrm>
            <a:off x="17300982" y="2570069"/>
            <a:ext cx="179130" cy="179028"/>
          </a:xfrm>
          <a:prstGeom prst="rect">
            <a:avLst/>
          </a:prstGeom>
        </p:spPr>
      </p:pic>
      <p:pic>
        <p:nvPicPr>
          <p:cNvPr id="17" name="object 17"/>
          <p:cNvPicPr/>
          <p:nvPr/>
        </p:nvPicPr>
        <p:blipFill>
          <a:blip r:embed="rId9" cstate="print"/>
          <a:stretch>
            <a:fillRect/>
          </a:stretch>
        </p:blipFill>
        <p:spPr>
          <a:xfrm>
            <a:off x="16858812" y="2570069"/>
            <a:ext cx="179130" cy="179028"/>
          </a:xfrm>
          <a:prstGeom prst="rect">
            <a:avLst/>
          </a:prstGeom>
        </p:spPr>
      </p:pic>
      <p:pic>
        <p:nvPicPr>
          <p:cNvPr id="18" name="object 18"/>
          <p:cNvPicPr/>
          <p:nvPr/>
        </p:nvPicPr>
        <p:blipFill>
          <a:blip r:embed="rId11" cstate="print"/>
          <a:stretch>
            <a:fillRect/>
          </a:stretch>
        </p:blipFill>
        <p:spPr>
          <a:xfrm>
            <a:off x="16416173" y="2570069"/>
            <a:ext cx="179130" cy="179028"/>
          </a:xfrm>
          <a:prstGeom prst="rect">
            <a:avLst/>
          </a:prstGeom>
        </p:spPr>
      </p:pic>
      <p:pic>
        <p:nvPicPr>
          <p:cNvPr id="19" name="object 19"/>
          <p:cNvPicPr/>
          <p:nvPr/>
        </p:nvPicPr>
        <p:blipFill>
          <a:blip r:embed="rId11" cstate="print"/>
          <a:stretch>
            <a:fillRect/>
          </a:stretch>
        </p:blipFill>
        <p:spPr>
          <a:xfrm>
            <a:off x="15973531" y="2570069"/>
            <a:ext cx="179130" cy="179028"/>
          </a:xfrm>
          <a:prstGeom prst="rect">
            <a:avLst/>
          </a:prstGeom>
        </p:spPr>
      </p:pic>
      <p:pic>
        <p:nvPicPr>
          <p:cNvPr id="20" name="object 20"/>
          <p:cNvPicPr/>
          <p:nvPr/>
        </p:nvPicPr>
        <p:blipFill>
          <a:blip r:embed="rId6" cstate="print"/>
          <a:stretch>
            <a:fillRect/>
          </a:stretch>
        </p:blipFill>
        <p:spPr>
          <a:xfrm>
            <a:off x="17743623" y="2135691"/>
            <a:ext cx="179131" cy="179027"/>
          </a:xfrm>
          <a:prstGeom prst="rect">
            <a:avLst/>
          </a:prstGeom>
        </p:spPr>
      </p:pic>
      <p:pic>
        <p:nvPicPr>
          <p:cNvPr id="21" name="object 21"/>
          <p:cNvPicPr/>
          <p:nvPr/>
        </p:nvPicPr>
        <p:blipFill>
          <a:blip r:embed="rId7" cstate="print"/>
          <a:stretch>
            <a:fillRect/>
          </a:stretch>
        </p:blipFill>
        <p:spPr>
          <a:xfrm>
            <a:off x="17300982" y="2135691"/>
            <a:ext cx="179130" cy="179027"/>
          </a:xfrm>
          <a:prstGeom prst="rect">
            <a:avLst/>
          </a:prstGeom>
        </p:spPr>
      </p:pic>
      <p:pic>
        <p:nvPicPr>
          <p:cNvPr id="22" name="object 22"/>
          <p:cNvPicPr/>
          <p:nvPr/>
        </p:nvPicPr>
        <p:blipFill>
          <a:blip r:embed="rId12" cstate="print"/>
          <a:stretch>
            <a:fillRect/>
          </a:stretch>
        </p:blipFill>
        <p:spPr>
          <a:xfrm>
            <a:off x="16858812" y="2135691"/>
            <a:ext cx="179130" cy="179027"/>
          </a:xfrm>
          <a:prstGeom prst="rect">
            <a:avLst/>
          </a:prstGeom>
        </p:spPr>
      </p:pic>
      <p:pic>
        <p:nvPicPr>
          <p:cNvPr id="23" name="object 23"/>
          <p:cNvPicPr/>
          <p:nvPr/>
        </p:nvPicPr>
        <p:blipFill>
          <a:blip r:embed="rId13" cstate="print"/>
          <a:stretch>
            <a:fillRect/>
          </a:stretch>
        </p:blipFill>
        <p:spPr>
          <a:xfrm>
            <a:off x="16416173" y="2135691"/>
            <a:ext cx="179130" cy="179027"/>
          </a:xfrm>
          <a:prstGeom prst="rect">
            <a:avLst/>
          </a:prstGeom>
        </p:spPr>
      </p:pic>
      <p:pic>
        <p:nvPicPr>
          <p:cNvPr id="24" name="object 24"/>
          <p:cNvPicPr/>
          <p:nvPr/>
        </p:nvPicPr>
        <p:blipFill>
          <a:blip r:embed="rId12" cstate="print"/>
          <a:stretch>
            <a:fillRect/>
          </a:stretch>
        </p:blipFill>
        <p:spPr>
          <a:xfrm>
            <a:off x="15973531" y="2135691"/>
            <a:ext cx="179130" cy="179027"/>
          </a:xfrm>
          <a:prstGeom prst="rect">
            <a:avLst/>
          </a:prstGeom>
        </p:spPr>
      </p:pic>
      <p:pic>
        <p:nvPicPr>
          <p:cNvPr id="25" name="object 25"/>
          <p:cNvPicPr/>
          <p:nvPr/>
        </p:nvPicPr>
        <p:blipFill>
          <a:blip r:embed="rId13" cstate="print"/>
          <a:stretch>
            <a:fillRect/>
          </a:stretch>
        </p:blipFill>
        <p:spPr>
          <a:xfrm>
            <a:off x="15531362" y="2135691"/>
            <a:ext cx="179130" cy="179027"/>
          </a:xfrm>
          <a:prstGeom prst="rect">
            <a:avLst/>
          </a:prstGeom>
        </p:spPr>
      </p:pic>
      <p:pic>
        <p:nvPicPr>
          <p:cNvPr id="26" name="object 26"/>
          <p:cNvPicPr/>
          <p:nvPr/>
        </p:nvPicPr>
        <p:blipFill>
          <a:blip r:embed="rId14" cstate="print"/>
          <a:stretch>
            <a:fillRect/>
          </a:stretch>
        </p:blipFill>
        <p:spPr>
          <a:xfrm>
            <a:off x="17743623" y="1700841"/>
            <a:ext cx="179131" cy="179027"/>
          </a:xfrm>
          <a:prstGeom prst="rect">
            <a:avLst/>
          </a:prstGeom>
        </p:spPr>
      </p:pic>
      <p:pic>
        <p:nvPicPr>
          <p:cNvPr id="27" name="object 27"/>
          <p:cNvPicPr/>
          <p:nvPr/>
        </p:nvPicPr>
        <p:blipFill>
          <a:blip r:embed="rId15" cstate="print"/>
          <a:stretch>
            <a:fillRect/>
          </a:stretch>
        </p:blipFill>
        <p:spPr>
          <a:xfrm>
            <a:off x="16858812" y="1700841"/>
            <a:ext cx="179130" cy="179027"/>
          </a:xfrm>
          <a:prstGeom prst="rect">
            <a:avLst/>
          </a:prstGeom>
        </p:spPr>
      </p:pic>
      <p:pic>
        <p:nvPicPr>
          <p:cNvPr id="28" name="object 28"/>
          <p:cNvPicPr/>
          <p:nvPr/>
        </p:nvPicPr>
        <p:blipFill>
          <a:blip r:embed="rId16" cstate="print"/>
          <a:stretch>
            <a:fillRect/>
          </a:stretch>
        </p:blipFill>
        <p:spPr>
          <a:xfrm>
            <a:off x="17300982" y="1700841"/>
            <a:ext cx="179130" cy="179027"/>
          </a:xfrm>
          <a:prstGeom prst="rect">
            <a:avLst/>
          </a:prstGeom>
        </p:spPr>
      </p:pic>
      <p:pic>
        <p:nvPicPr>
          <p:cNvPr id="29" name="object 29"/>
          <p:cNvPicPr/>
          <p:nvPr/>
        </p:nvPicPr>
        <p:blipFill>
          <a:blip r:embed="rId17" cstate="print"/>
          <a:stretch>
            <a:fillRect/>
          </a:stretch>
        </p:blipFill>
        <p:spPr>
          <a:xfrm>
            <a:off x="16416173" y="1700841"/>
            <a:ext cx="179130" cy="179027"/>
          </a:xfrm>
          <a:prstGeom prst="rect">
            <a:avLst/>
          </a:prstGeom>
        </p:spPr>
      </p:pic>
      <p:pic>
        <p:nvPicPr>
          <p:cNvPr id="30" name="object 30"/>
          <p:cNvPicPr/>
          <p:nvPr/>
        </p:nvPicPr>
        <p:blipFill>
          <a:blip r:embed="rId17" cstate="print"/>
          <a:stretch>
            <a:fillRect/>
          </a:stretch>
        </p:blipFill>
        <p:spPr>
          <a:xfrm>
            <a:off x="15531362" y="1700841"/>
            <a:ext cx="179130" cy="179027"/>
          </a:xfrm>
          <a:prstGeom prst="rect">
            <a:avLst/>
          </a:prstGeom>
        </p:spPr>
      </p:pic>
      <p:pic>
        <p:nvPicPr>
          <p:cNvPr id="31" name="object 31"/>
          <p:cNvPicPr/>
          <p:nvPr/>
        </p:nvPicPr>
        <p:blipFill>
          <a:blip r:embed="rId15" cstate="print"/>
          <a:stretch>
            <a:fillRect/>
          </a:stretch>
        </p:blipFill>
        <p:spPr>
          <a:xfrm>
            <a:off x="15973531" y="1700841"/>
            <a:ext cx="179130" cy="179027"/>
          </a:xfrm>
          <a:prstGeom prst="rect">
            <a:avLst/>
          </a:prstGeom>
        </p:spPr>
      </p:pic>
      <p:pic>
        <p:nvPicPr>
          <p:cNvPr id="32" name="object 32"/>
          <p:cNvPicPr/>
          <p:nvPr/>
        </p:nvPicPr>
        <p:blipFill>
          <a:blip r:embed="rId18" cstate="print"/>
          <a:stretch>
            <a:fillRect/>
          </a:stretch>
        </p:blipFill>
        <p:spPr>
          <a:xfrm>
            <a:off x="15088722" y="1700841"/>
            <a:ext cx="179131" cy="179027"/>
          </a:xfrm>
          <a:prstGeom prst="rect">
            <a:avLst/>
          </a:prstGeom>
        </p:spPr>
      </p:pic>
      <p:pic>
        <p:nvPicPr>
          <p:cNvPr id="33" name="object 33"/>
          <p:cNvPicPr/>
          <p:nvPr/>
        </p:nvPicPr>
        <p:blipFill>
          <a:blip r:embed="rId3" cstate="print"/>
          <a:stretch>
            <a:fillRect/>
          </a:stretch>
        </p:blipFill>
        <p:spPr>
          <a:xfrm>
            <a:off x="17743623" y="1265992"/>
            <a:ext cx="179131" cy="179027"/>
          </a:xfrm>
          <a:prstGeom prst="rect">
            <a:avLst/>
          </a:prstGeom>
        </p:spPr>
      </p:pic>
      <p:pic>
        <p:nvPicPr>
          <p:cNvPr id="34" name="object 34"/>
          <p:cNvPicPr/>
          <p:nvPr/>
        </p:nvPicPr>
        <p:blipFill>
          <a:blip r:embed="rId10" cstate="print"/>
          <a:stretch>
            <a:fillRect/>
          </a:stretch>
        </p:blipFill>
        <p:spPr>
          <a:xfrm>
            <a:off x="17300982" y="1265992"/>
            <a:ext cx="179130" cy="179027"/>
          </a:xfrm>
          <a:prstGeom prst="rect">
            <a:avLst/>
          </a:prstGeom>
        </p:spPr>
      </p:pic>
      <p:pic>
        <p:nvPicPr>
          <p:cNvPr id="35" name="object 35"/>
          <p:cNvPicPr/>
          <p:nvPr/>
        </p:nvPicPr>
        <p:blipFill>
          <a:blip r:embed="rId9" cstate="print"/>
          <a:stretch>
            <a:fillRect/>
          </a:stretch>
        </p:blipFill>
        <p:spPr>
          <a:xfrm>
            <a:off x="16858812" y="1265992"/>
            <a:ext cx="179130" cy="179027"/>
          </a:xfrm>
          <a:prstGeom prst="rect">
            <a:avLst/>
          </a:prstGeom>
        </p:spPr>
      </p:pic>
      <p:pic>
        <p:nvPicPr>
          <p:cNvPr id="36" name="object 36"/>
          <p:cNvPicPr/>
          <p:nvPr/>
        </p:nvPicPr>
        <p:blipFill>
          <a:blip r:embed="rId11" cstate="print"/>
          <a:stretch>
            <a:fillRect/>
          </a:stretch>
        </p:blipFill>
        <p:spPr>
          <a:xfrm>
            <a:off x="16416173" y="1265992"/>
            <a:ext cx="179130" cy="179027"/>
          </a:xfrm>
          <a:prstGeom prst="rect">
            <a:avLst/>
          </a:prstGeom>
        </p:spPr>
      </p:pic>
      <p:pic>
        <p:nvPicPr>
          <p:cNvPr id="37" name="object 37"/>
          <p:cNvPicPr/>
          <p:nvPr/>
        </p:nvPicPr>
        <p:blipFill>
          <a:blip r:embed="rId11" cstate="print"/>
          <a:stretch>
            <a:fillRect/>
          </a:stretch>
        </p:blipFill>
        <p:spPr>
          <a:xfrm>
            <a:off x="15973531" y="1265992"/>
            <a:ext cx="179130" cy="179027"/>
          </a:xfrm>
          <a:prstGeom prst="rect">
            <a:avLst/>
          </a:prstGeom>
        </p:spPr>
      </p:pic>
      <p:pic>
        <p:nvPicPr>
          <p:cNvPr id="38" name="object 38"/>
          <p:cNvPicPr/>
          <p:nvPr/>
        </p:nvPicPr>
        <p:blipFill>
          <a:blip r:embed="rId11" cstate="print"/>
          <a:stretch>
            <a:fillRect/>
          </a:stretch>
        </p:blipFill>
        <p:spPr>
          <a:xfrm>
            <a:off x="15531362" y="1265992"/>
            <a:ext cx="179130" cy="179027"/>
          </a:xfrm>
          <a:prstGeom prst="rect">
            <a:avLst/>
          </a:prstGeom>
        </p:spPr>
      </p:pic>
      <p:pic>
        <p:nvPicPr>
          <p:cNvPr id="39" name="object 39"/>
          <p:cNvPicPr/>
          <p:nvPr/>
        </p:nvPicPr>
        <p:blipFill>
          <a:blip r:embed="rId11" cstate="print"/>
          <a:stretch>
            <a:fillRect/>
          </a:stretch>
        </p:blipFill>
        <p:spPr>
          <a:xfrm>
            <a:off x="15088722" y="1265992"/>
            <a:ext cx="179131" cy="179027"/>
          </a:xfrm>
          <a:prstGeom prst="rect">
            <a:avLst/>
          </a:prstGeom>
        </p:spPr>
      </p:pic>
      <p:pic>
        <p:nvPicPr>
          <p:cNvPr id="40" name="object 40"/>
          <p:cNvPicPr/>
          <p:nvPr/>
        </p:nvPicPr>
        <p:blipFill>
          <a:blip r:embed="rId11" cstate="print"/>
          <a:stretch>
            <a:fillRect/>
          </a:stretch>
        </p:blipFill>
        <p:spPr>
          <a:xfrm>
            <a:off x="14646081" y="1265992"/>
            <a:ext cx="179130" cy="179027"/>
          </a:xfrm>
          <a:prstGeom prst="rect">
            <a:avLst/>
          </a:prstGeom>
        </p:spPr>
      </p:pic>
      <p:pic>
        <p:nvPicPr>
          <p:cNvPr id="41" name="object 41"/>
          <p:cNvPicPr/>
          <p:nvPr/>
        </p:nvPicPr>
        <p:blipFill>
          <a:blip r:embed="rId4" cstate="print"/>
          <a:stretch>
            <a:fillRect/>
          </a:stretch>
        </p:blipFill>
        <p:spPr>
          <a:xfrm>
            <a:off x="17743623" y="831142"/>
            <a:ext cx="179131" cy="179027"/>
          </a:xfrm>
          <a:prstGeom prst="rect">
            <a:avLst/>
          </a:prstGeom>
        </p:spPr>
      </p:pic>
      <p:pic>
        <p:nvPicPr>
          <p:cNvPr id="42" name="object 42"/>
          <p:cNvPicPr/>
          <p:nvPr/>
        </p:nvPicPr>
        <p:blipFill>
          <a:blip r:embed="rId15" cstate="print"/>
          <a:stretch>
            <a:fillRect/>
          </a:stretch>
        </p:blipFill>
        <p:spPr>
          <a:xfrm>
            <a:off x="16858812" y="831142"/>
            <a:ext cx="179130" cy="179027"/>
          </a:xfrm>
          <a:prstGeom prst="rect">
            <a:avLst/>
          </a:prstGeom>
        </p:spPr>
      </p:pic>
      <p:pic>
        <p:nvPicPr>
          <p:cNvPr id="43" name="object 43"/>
          <p:cNvPicPr/>
          <p:nvPr/>
        </p:nvPicPr>
        <p:blipFill>
          <a:blip r:embed="rId5" cstate="print"/>
          <a:stretch>
            <a:fillRect/>
          </a:stretch>
        </p:blipFill>
        <p:spPr>
          <a:xfrm>
            <a:off x="17300982" y="831142"/>
            <a:ext cx="179130" cy="179027"/>
          </a:xfrm>
          <a:prstGeom prst="rect">
            <a:avLst/>
          </a:prstGeom>
        </p:spPr>
      </p:pic>
      <p:pic>
        <p:nvPicPr>
          <p:cNvPr id="44" name="object 44"/>
          <p:cNvPicPr/>
          <p:nvPr/>
        </p:nvPicPr>
        <p:blipFill>
          <a:blip r:embed="rId17" cstate="print"/>
          <a:stretch>
            <a:fillRect/>
          </a:stretch>
        </p:blipFill>
        <p:spPr>
          <a:xfrm>
            <a:off x="16416173" y="831142"/>
            <a:ext cx="179130" cy="179027"/>
          </a:xfrm>
          <a:prstGeom prst="rect">
            <a:avLst/>
          </a:prstGeom>
        </p:spPr>
      </p:pic>
      <p:pic>
        <p:nvPicPr>
          <p:cNvPr id="45" name="object 45"/>
          <p:cNvPicPr/>
          <p:nvPr/>
        </p:nvPicPr>
        <p:blipFill>
          <a:blip r:embed="rId15" cstate="print"/>
          <a:stretch>
            <a:fillRect/>
          </a:stretch>
        </p:blipFill>
        <p:spPr>
          <a:xfrm>
            <a:off x="15973531" y="831142"/>
            <a:ext cx="179130" cy="179027"/>
          </a:xfrm>
          <a:prstGeom prst="rect">
            <a:avLst/>
          </a:prstGeom>
        </p:spPr>
      </p:pic>
      <p:pic>
        <p:nvPicPr>
          <p:cNvPr id="46" name="object 46"/>
          <p:cNvPicPr/>
          <p:nvPr/>
        </p:nvPicPr>
        <p:blipFill>
          <a:blip r:embed="rId17" cstate="print"/>
          <a:stretch>
            <a:fillRect/>
          </a:stretch>
        </p:blipFill>
        <p:spPr>
          <a:xfrm>
            <a:off x="15531362" y="831142"/>
            <a:ext cx="179130" cy="179027"/>
          </a:xfrm>
          <a:prstGeom prst="rect">
            <a:avLst/>
          </a:prstGeom>
        </p:spPr>
      </p:pic>
      <p:pic>
        <p:nvPicPr>
          <p:cNvPr id="47" name="object 47"/>
          <p:cNvPicPr/>
          <p:nvPr/>
        </p:nvPicPr>
        <p:blipFill>
          <a:blip r:embed="rId18" cstate="print"/>
          <a:stretch>
            <a:fillRect/>
          </a:stretch>
        </p:blipFill>
        <p:spPr>
          <a:xfrm>
            <a:off x="15088722" y="831142"/>
            <a:ext cx="179131" cy="179027"/>
          </a:xfrm>
          <a:prstGeom prst="rect">
            <a:avLst/>
          </a:prstGeom>
        </p:spPr>
      </p:pic>
      <p:pic>
        <p:nvPicPr>
          <p:cNvPr id="48" name="object 48"/>
          <p:cNvPicPr/>
          <p:nvPr/>
        </p:nvPicPr>
        <p:blipFill>
          <a:blip r:embed="rId17" cstate="print"/>
          <a:stretch>
            <a:fillRect/>
          </a:stretch>
        </p:blipFill>
        <p:spPr>
          <a:xfrm>
            <a:off x="14646081" y="831142"/>
            <a:ext cx="179130" cy="179027"/>
          </a:xfrm>
          <a:prstGeom prst="rect">
            <a:avLst/>
          </a:prstGeom>
        </p:spPr>
      </p:pic>
      <p:pic>
        <p:nvPicPr>
          <p:cNvPr id="49" name="object 49"/>
          <p:cNvPicPr/>
          <p:nvPr/>
        </p:nvPicPr>
        <p:blipFill>
          <a:blip r:embed="rId17" cstate="print"/>
          <a:stretch>
            <a:fillRect/>
          </a:stretch>
        </p:blipFill>
        <p:spPr>
          <a:xfrm>
            <a:off x="14203911" y="831142"/>
            <a:ext cx="179130" cy="179027"/>
          </a:xfrm>
          <a:prstGeom prst="rect">
            <a:avLst/>
          </a:prstGeom>
        </p:spPr>
      </p:pic>
      <p:pic>
        <p:nvPicPr>
          <p:cNvPr id="50" name="object 50"/>
          <p:cNvPicPr/>
          <p:nvPr/>
        </p:nvPicPr>
        <p:blipFill>
          <a:blip r:embed="rId4" cstate="print"/>
          <a:stretch>
            <a:fillRect/>
          </a:stretch>
        </p:blipFill>
        <p:spPr>
          <a:xfrm>
            <a:off x="17743623" y="396293"/>
            <a:ext cx="179131" cy="179027"/>
          </a:xfrm>
          <a:prstGeom prst="rect">
            <a:avLst/>
          </a:prstGeom>
        </p:spPr>
      </p:pic>
      <p:pic>
        <p:nvPicPr>
          <p:cNvPr id="51" name="object 51"/>
          <p:cNvPicPr/>
          <p:nvPr/>
        </p:nvPicPr>
        <p:blipFill>
          <a:blip r:embed="rId5" cstate="print"/>
          <a:stretch>
            <a:fillRect/>
          </a:stretch>
        </p:blipFill>
        <p:spPr>
          <a:xfrm>
            <a:off x="17300982" y="396293"/>
            <a:ext cx="179130" cy="179027"/>
          </a:xfrm>
          <a:prstGeom prst="rect">
            <a:avLst/>
          </a:prstGeom>
        </p:spPr>
      </p:pic>
      <p:pic>
        <p:nvPicPr>
          <p:cNvPr id="52" name="object 52"/>
          <p:cNvPicPr/>
          <p:nvPr/>
        </p:nvPicPr>
        <p:blipFill>
          <a:blip r:embed="rId15" cstate="print"/>
          <a:stretch>
            <a:fillRect/>
          </a:stretch>
        </p:blipFill>
        <p:spPr>
          <a:xfrm>
            <a:off x="16858812" y="396293"/>
            <a:ext cx="179130" cy="179027"/>
          </a:xfrm>
          <a:prstGeom prst="rect">
            <a:avLst/>
          </a:prstGeom>
        </p:spPr>
      </p:pic>
      <p:pic>
        <p:nvPicPr>
          <p:cNvPr id="53" name="object 53"/>
          <p:cNvPicPr/>
          <p:nvPr/>
        </p:nvPicPr>
        <p:blipFill>
          <a:blip r:embed="rId17" cstate="print"/>
          <a:stretch>
            <a:fillRect/>
          </a:stretch>
        </p:blipFill>
        <p:spPr>
          <a:xfrm>
            <a:off x="16416173" y="396293"/>
            <a:ext cx="179130" cy="179027"/>
          </a:xfrm>
          <a:prstGeom prst="rect">
            <a:avLst/>
          </a:prstGeom>
        </p:spPr>
      </p:pic>
      <p:pic>
        <p:nvPicPr>
          <p:cNvPr id="54" name="object 54"/>
          <p:cNvPicPr/>
          <p:nvPr/>
        </p:nvPicPr>
        <p:blipFill>
          <a:blip r:embed="rId15" cstate="print"/>
          <a:stretch>
            <a:fillRect/>
          </a:stretch>
        </p:blipFill>
        <p:spPr>
          <a:xfrm>
            <a:off x="15973531" y="396293"/>
            <a:ext cx="179130" cy="179027"/>
          </a:xfrm>
          <a:prstGeom prst="rect">
            <a:avLst/>
          </a:prstGeom>
        </p:spPr>
      </p:pic>
      <p:pic>
        <p:nvPicPr>
          <p:cNvPr id="55" name="object 55"/>
          <p:cNvPicPr/>
          <p:nvPr/>
        </p:nvPicPr>
        <p:blipFill>
          <a:blip r:embed="rId17" cstate="print"/>
          <a:stretch>
            <a:fillRect/>
          </a:stretch>
        </p:blipFill>
        <p:spPr>
          <a:xfrm>
            <a:off x="15531362" y="396293"/>
            <a:ext cx="179130" cy="179027"/>
          </a:xfrm>
          <a:prstGeom prst="rect">
            <a:avLst/>
          </a:prstGeom>
        </p:spPr>
      </p:pic>
      <p:pic>
        <p:nvPicPr>
          <p:cNvPr id="56" name="object 56"/>
          <p:cNvPicPr/>
          <p:nvPr/>
        </p:nvPicPr>
        <p:blipFill>
          <a:blip r:embed="rId18" cstate="print"/>
          <a:stretch>
            <a:fillRect/>
          </a:stretch>
        </p:blipFill>
        <p:spPr>
          <a:xfrm>
            <a:off x="15088722" y="396293"/>
            <a:ext cx="179131" cy="179027"/>
          </a:xfrm>
          <a:prstGeom prst="rect">
            <a:avLst/>
          </a:prstGeom>
        </p:spPr>
      </p:pic>
      <p:pic>
        <p:nvPicPr>
          <p:cNvPr id="57" name="object 57"/>
          <p:cNvPicPr/>
          <p:nvPr/>
        </p:nvPicPr>
        <p:blipFill>
          <a:blip r:embed="rId17" cstate="print"/>
          <a:stretch>
            <a:fillRect/>
          </a:stretch>
        </p:blipFill>
        <p:spPr>
          <a:xfrm>
            <a:off x="14646081" y="396293"/>
            <a:ext cx="179130" cy="179027"/>
          </a:xfrm>
          <a:prstGeom prst="rect">
            <a:avLst/>
          </a:prstGeom>
        </p:spPr>
      </p:pic>
      <p:pic>
        <p:nvPicPr>
          <p:cNvPr id="58" name="object 58"/>
          <p:cNvPicPr/>
          <p:nvPr/>
        </p:nvPicPr>
        <p:blipFill>
          <a:blip r:embed="rId17" cstate="print"/>
          <a:stretch>
            <a:fillRect/>
          </a:stretch>
        </p:blipFill>
        <p:spPr>
          <a:xfrm>
            <a:off x="14203911" y="396293"/>
            <a:ext cx="179130" cy="179027"/>
          </a:xfrm>
          <a:prstGeom prst="rect">
            <a:avLst/>
          </a:prstGeom>
        </p:spPr>
      </p:pic>
      <p:pic>
        <p:nvPicPr>
          <p:cNvPr id="59" name="object 59"/>
          <p:cNvPicPr/>
          <p:nvPr/>
        </p:nvPicPr>
        <p:blipFill>
          <a:blip r:embed="rId19" cstate="print"/>
          <a:stretch>
            <a:fillRect/>
          </a:stretch>
        </p:blipFill>
        <p:spPr>
          <a:xfrm>
            <a:off x="13761271" y="396293"/>
            <a:ext cx="179130" cy="179027"/>
          </a:xfrm>
          <a:prstGeom prst="rect">
            <a:avLst/>
          </a:prstGeom>
        </p:spPr>
      </p:pic>
      <p:sp>
        <p:nvSpPr>
          <p:cNvPr id="60" name="object 60"/>
          <p:cNvSpPr txBox="1">
            <a:spLocks noGrp="1"/>
          </p:cNvSpPr>
          <p:nvPr>
            <p:ph type="subTitle" idx="4"/>
          </p:nvPr>
        </p:nvSpPr>
        <p:spPr>
          <a:xfrm>
            <a:off x="3635621" y="6286500"/>
            <a:ext cx="6193790" cy="1300869"/>
          </a:xfrm>
          <a:prstGeom prst="rect">
            <a:avLst/>
          </a:prstGeom>
        </p:spPr>
        <p:txBody>
          <a:bodyPr vert="horz" wrap="square" lIns="0" tIns="12065" rIns="0" bIns="0" rtlCol="0">
            <a:spAutoFit/>
          </a:bodyPr>
          <a:lstStyle/>
          <a:p>
            <a:pPr marL="12700" marR="5080">
              <a:lnSpc>
                <a:spcPct val="114300"/>
              </a:lnSpc>
              <a:spcBef>
                <a:spcPts val="95"/>
              </a:spcBef>
            </a:pPr>
            <a:r>
              <a:rPr lang="en-US" sz="2400" dirty="0">
                <a:latin typeface="Lucida Sans Unicode"/>
                <a:cs typeface="Lucida Sans Unicode"/>
              </a:rPr>
              <a:t>3CP08 – Design Engineering</a:t>
            </a:r>
          </a:p>
          <a:p>
            <a:pPr marL="12700" marR="5080">
              <a:lnSpc>
                <a:spcPct val="114300"/>
              </a:lnSpc>
              <a:spcBef>
                <a:spcPts val="95"/>
              </a:spcBef>
            </a:pPr>
            <a:r>
              <a:rPr lang="en-US" sz="2400" dirty="0">
                <a:latin typeface="Lucida Sans Unicode"/>
                <a:cs typeface="Lucida Sans Unicode"/>
              </a:rPr>
              <a:t>23CP050 – Het Soni</a:t>
            </a:r>
          </a:p>
          <a:p>
            <a:pPr marL="12700" marR="5080">
              <a:lnSpc>
                <a:spcPct val="114300"/>
              </a:lnSpc>
              <a:spcBef>
                <a:spcPts val="95"/>
              </a:spcBef>
            </a:pPr>
            <a:r>
              <a:rPr lang="en-US" sz="2400" dirty="0">
                <a:latin typeface="Lucida Sans Unicode"/>
                <a:cs typeface="Lucida Sans Unicode"/>
              </a:rPr>
              <a:t>23CP054 – Meet Patel</a:t>
            </a:r>
            <a:endParaRPr sz="2400" dirty="0">
              <a:latin typeface="Lucida Sans Unicode"/>
              <a:cs typeface="Lucida Sans Unicode"/>
            </a:endParaRPr>
          </a:p>
        </p:txBody>
      </p:sp>
      <p:sp>
        <p:nvSpPr>
          <p:cNvPr id="61" name="object 60">
            <a:extLst>
              <a:ext uri="{FF2B5EF4-FFF2-40B4-BE49-F238E27FC236}">
                <a16:creationId xmlns:a16="http://schemas.microsoft.com/office/drawing/2014/main" id="{9AE8CF57-889C-E579-E137-617CF02CD9F7}"/>
              </a:ext>
            </a:extLst>
          </p:cNvPr>
          <p:cNvSpPr txBox="1">
            <a:spLocks/>
          </p:cNvSpPr>
          <p:nvPr/>
        </p:nvSpPr>
        <p:spPr>
          <a:xfrm>
            <a:off x="10194657" y="4513602"/>
            <a:ext cx="7728097" cy="1255985"/>
          </a:xfrm>
          <a:prstGeom prst="rect">
            <a:avLst/>
          </a:prstGeom>
        </p:spPr>
        <p:txBody>
          <a:bodyPr vert="horz" wrap="square" lIns="0" tIns="12065"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5080">
              <a:lnSpc>
                <a:spcPct val="114300"/>
              </a:lnSpc>
              <a:spcBef>
                <a:spcPts val="95"/>
              </a:spcBef>
            </a:pPr>
            <a:r>
              <a:rPr lang="en-US" sz="3600" b="1" dirty="0"/>
              <a:t>A Git-Inspired Version-Controlled Knowledge Management System</a:t>
            </a:r>
            <a:endParaRPr lang="en-US" sz="3600" b="1" dirty="0">
              <a:latin typeface="Lucida Sans Unicode"/>
              <a:cs typeface="Lucida Sans Unico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Core Problem</a:t>
            </a:r>
            <a:r>
              <a:rPr sz="4300" u="heavy" spc="495" dirty="0">
                <a:uFill>
                  <a:solidFill>
                    <a:srgbClr val="000000"/>
                  </a:solidFill>
                </a:uFill>
              </a:rPr>
              <a:t> </a:t>
            </a:r>
            <a:endParaRPr sz="4300" dirty="0"/>
          </a:p>
        </p:txBody>
      </p:sp>
      <p:sp>
        <p:nvSpPr>
          <p:cNvPr id="8" name="object 8"/>
          <p:cNvSpPr txBox="1"/>
          <p:nvPr/>
        </p:nvSpPr>
        <p:spPr>
          <a:xfrm>
            <a:off x="1021882" y="1790700"/>
            <a:ext cx="9569918" cy="2169184"/>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Academic Knowledge is fragmented across: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Messaging apps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PDFs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Online explanations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Personal notebooks</a:t>
            </a:r>
            <a:endParaRPr sz="2400" dirty="0">
              <a:latin typeface="Lucida Sans Unicode"/>
              <a:cs typeface="Lucida Sans Unicode"/>
            </a:endParaRPr>
          </a:p>
        </p:txBody>
      </p:sp>
      <p:sp>
        <p:nvSpPr>
          <p:cNvPr id="9" name="object 2">
            <a:extLst>
              <a:ext uri="{FF2B5EF4-FFF2-40B4-BE49-F238E27FC236}">
                <a16:creationId xmlns:a16="http://schemas.microsoft.com/office/drawing/2014/main" id="{5DB9F6BD-8343-2BB1-FB48-8CEF47EED364}"/>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980DD76D-4933-AC08-BE9F-16F8362D1A9F}"/>
              </a:ext>
            </a:extLst>
          </p:cNvPr>
          <p:cNvSpPr txBox="1">
            <a:spLocks/>
          </p:cNvSpPr>
          <p:nvPr/>
        </p:nvSpPr>
        <p:spPr>
          <a:xfrm>
            <a:off x="1016020" y="4860749"/>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Observed Issues</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C632C328-02F2-AED6-E994-3552A8C45FF9}"/>
              </a:ext>
            </a:extLst>
          </p:cNvPr>
          <p:cNvSpPr txBox="1"/>
          <p:nvPr/>
        </p:nvSpPr>
        <p:spPr>
          <a:xfrm>
            <a:off x="1016020" y="5683631"/>
            <a:ext cx="9569918" cy="1735347"/>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 centralized control</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 history tracking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 conceptual linking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Difficult revision</a:t>
            </a:r>
            <a:endParaRPr sz="2400" dirty="0">
              <a:latin typeface="Lucida Sans Unicode"/>
              <a:cs typeface="Lucida Sans Unicod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12717-A750-549C-F6F0-76F74D4E6719}"/>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5F27444-84EC-2267-6182-945526446F39}"/>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Primary Stakeholders</a:t>
            </a:r>
            <a:endParaRPr sz="4300" dirty="0"/>
          </a:p>
        </p:txBody>
      </p:sp>
      <p:sp>
        <p:nvSpPr>
          <p:cNvPr id="8" name="object 8">
            <a:extLst>
              <a:ext uri="{FF2B5EF4-FFF2-40B4-BE49-F238E27FC236}">
                <a16:creationId xmlns:a16="http://schemas.microsoft.com/office/drawing/2014/main" id="{116A9FD4-31DB-6338-1C81-92469134D05F}"/>
              </a:ext>
            </a:extLst>
          </p:cNvPr>
          <p:cNvSpPr txBox="1"/>
          <p:nvPr/>
        </p:nvSpPr>
        <p:spPr>
          <a:xfrm>
            <a:off x="1021882" y="1790700"/>
            <a:ext cx="9569918" cy="433837"/>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Students</a:t>
            </a:r>
          </a:p>
        </p:txBody>
      </p:sp>
      <p:sp>
        <p:nvSpPr>
          <p:cNvPr id="9" name="object 2">
            <a:extLst>
              <a:ext uri="{FF2B5EF4-FFF2-40B4-BE49-F238E27FC236}">
                <a16:creationId xmlns:a16="http://schemas.microsoft.com/office/drawing/2014/main" id="{4370B708-522D-CFB4-8A9F-35AE8266A578}"/>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6CE447E0-3B51-7179-73DA-E2BDF9615D78}"/>
              </a:ext>
            </a:extLst>
          </p:cNvPr>
          <p:cNvSpPr txBox="1">
            <a:spLocks/>
          </p:cNvSpPr>
          <p:nvPr/>
        </p:nvSpPr>
        <p:spPr>
          <a:xfrm>
            <a:off x="1016020" y="273994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Secondary Stakeholders</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3236E358-090C-21CF-8B35-BFC19FC64E19}"/>
              </a:ext>
            </a:extLst>
          </p:cNvPr>
          <p:cNvSpPr txBox="1"/>
          <p:nvPr/>
        </p:nvSpPr>
        <p:spPr>
          <a:xfrm>
            <a:off x="1021882" y="3589158"/>
            <a:ext cx="9569918" cy="867673"/>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Professors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Academic institutions</a:t>
            </a:r>
          </a:p>
        </p:txBody>
      </p:sp>
      <p:sp>
        <p:nvSpPr>
          <p:cNvPr id="2" name="object 7">
            <a:extLst>
              <a:ext uri="{FF2B5EF4-FFF2-40B4-BE49-F238E27FC236}">
                <a16:creationId xmlns:a16="http://schemas.microsoft.com/office/drawing/2014/main" id="{C1C87041-DD99-5F72-D27C-9CCDABC9ECD3}"/>
              </a:ext>
            </a:extLst>
          </p:cNvPr>
          <p:cNvSpPr txBox="1">
            <a:spLocks/>
          </p:cNvSpPr>
          <p:nvPr/>
        </p:nvSpPr>
        <p:spPr>
          <a:xfrm>
            <a:off x="1016020" y="5105408"/>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User Pain Points:</a:t>
            </a:r>
            <a:r>
              <a:rPr lang="en-US" sz="4300" u="heavy" spc="495" dirty="0">
                <a:uFill>
                  <a:solidFill>
                    <a:srgbClr val="000000"/>
                  </a:solidFill>
                </a:uFill>
              </a:rPr>
              <a:t> </a:t>
            </a:r>
            <a:endParaRPr lang="en-US" sz="4300" dirty="0"/>
          </a:p>
        </p:txBody>
      </p:sp>
      <p:sp>
        <p:nvSpPr>
          <p:cNvPr id="3" name="object 8">
            <a:extLst>
              <a:ext uri="{FF2B5EF4-FFF2-40B4-BE49-F238E27FC236}">
                <a16:creationId xmlns:a16="http://schemas.microsoft.com/office/drawing/2014/main" id="{57CC7931-6F1B-8088-3BE2-7BCF6233277E}"/>
              </a:ext>
            </a:extLst>
          </p:cNvPr>
          <p:cNvSpPr txBox="1"/>
          <p:nvPr/>
        </p:nvSpPr>
        <p:spPr>
          <a:xfrm>
            <a:off x="1021882" y="6057900"/>
            <a:ext cx="9569918" cy="1301510"/>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Losing previous note versions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Scattered materials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Lack of structured revision</a:t>
            </a:r>
          </a:p>
        </p:txBody>
      </p:sp>
    </p:spTree>
    <p:extLst>
      <p:ext uri="{BB962C8B-B14F-4D97-AF65-F5344CB8AC3E}">
        <p14:creationId xmlns:p14="http://schemas.microsoft.com/office/powerpoint/2010/main" val="3013484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7A19-5D17-E709-3340-81A18C98EB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2A700E-0223-BDE1-9F98-32B9C374EFAC}"/>
              </a:ext>
            </a:extLst>
          </p:cNvPr>
          <p:cNvSpPr/>
          <p:nvPr/>
        </p:nvSpPr>
        <p:spPr>
          <a:xfrm>
            <a:off x="-635" y="1823671"/>
            <a:ext cx="18288635" cy="368300"/>
          </a:xfrm>
          <a:custGeom>
            <a:avLst/>
            <a:gdLst/>
            <a:ahLst/>
            <a:cxnLst/>
            <a:rect l="l" t="t" r="r" b="b"/>
            <a:pathLst>
              <a:path w="18288635" h="368300">
                <a:moveTo>
                  <a:pt x="0" y="368300"/>
                </a:moveTo>
                <a:lnTo>
                  <a:pt x="0" y="0"/>
                </a:lnTo>
                <a:lnTo>
                  <a:pt x="18288396" y="0"/>
                </a:lnTo>
                <a:lnTo>
                  <a:pt x="18288396" y="368300"/>
                </a:lnTo>
                <a:lnTo>
                  <a:pt x="0" y="368300"/>
                </a:lnTo>
                <a:close/>
              </a:path>
            </a:pathLst>
          </a:custGeom>
          <a:solidFill>
            <a:srgbClr val="583C8F"/>
          </a:solidFill>
        </p:spPr>
        <p:txBody>
          <a:bodyPr wrap="square" lIns="0" tIns="0" rIns="0" bIns="0" rtlCol="0"/>
          <a:lstStyle/>
          <a:p>
            <a:endParaRPr/>
          </a:p>
        </p:txBody>
      </p:sp>
      <p:sp>
        <p:nvSpPr>
          <p:cNvPr id="6" name="object 6">
            <a:extLst>
              <a:ext uri="{FF2B5EF4-FFF2-40B4-BE49-F238E27FC236}">
                <a16:creationId xmlns:a16="http://schemas.microsoft.com/office/drawing/2014/main" id="{F0928199-07CB-1304-5EAC-06AE56490DB5}"/>
              </a:ext>
            </a:extLst>
          </p:cNvPr>
          <p:cNvSpPr/>
          <p:nvPr/>
        </p:nvSpPr>
        <p:spPr>
          <a:xfrm>
            <a:off x="17084242" y="4307834"/>
            <a:ext cx="389255" cy="1562100"/>
          </a:xfrm>
          <a:custGeom>
            <a:avLst/>
            <a:gdLst/>
            <a:ahLst/>
            <a:cxnLst/>
            <a:rect l="l" t="t" r="r" b="b"/>
            <a:pathLst>
              <a:path w="389255" h="1562100">
                <a:moveTo>
                  <a:pt x="194596" y="390524"/>
                </a:moveTo>
                <a:lnTo>
                  <a:pt x="149963" y="385370"/>
                </a:lnTo>
                <a:lnTo>
                  <a:pt x="108999" y="370685"/>
                </a:lnTo>
                <a:lnTo>
                  <a:pt x="72868" y="347641"/>
                </a:lnTo>
                <a:lnTo>
                  <a:pt x="42737" y="317406"/>
                </a:lnTo>
                <a:lnTo>
                  <a:pt x="19771" y="281152"/>
                </a:lnTo>
                <a:lnTo>
                  <a:pt x="5137" y="240047"/>
                </a:lnTo>
                <a:lnTo>
                  <a:pt x="0" y="195262"/>
                </a:lnTo>
                <a:lnTo>
                  <a:pt x="5137" y="150477"/>
                </a:lnTo>
                <a:lnTo>
                  <a:pt x="19771" y="109372"/>
                </a:lnTo>
                <a:lnTo>
                  <a:pt x="42737" y="73118"/>
                </a:lnTo>
                <a:lnTo>
                  <a:pt x="72868" y="42883"/>
                </a:lnTo>
                <a:lnTo>
                  <a:pt x="108999" y="19839"/>
                </a:lnTo>
                <a:lnTo>
                  <a:pt x="149963" y="5154"/>
                </a:lnTo>
                <a:lnTo>
                  <a:pt x="194596" y="0"/>
                </a:lnTo>
                <a:lnTo>
                  <a:pt x="239228" y="5154"/>
                </a:lnTo>
                <a:lnTo>
                  <a:pt x="280193" y="19839"/>
                </a:lnTo>
                <a:lnTo>
                  <a:pt x="316323" y="42883"/>
                </a:lnTo>
                <a:lnTo>
                  <a:pt x="346455" y="73118"/>
                </a:lnTo>
                <a:lnTo>
                  <a:pt x="369420" y="109372"/>
                </a:lnTo>
                <a:lnTo>
                  <a:pt x="384055" y="150477"/>
                </a:lnTo>
                <a:lnTo>
                  <a:pt x="389192" y="195262"/>
                </a:lnTo>
                <a:lnTo>
                  <a:pt x="384055" y="240047"/>
                </a:lnTo>
                <a:lnTo>
                  <a:pt x="369420" y="281152"/>
                </a:lnTo>
                <a:lnTo>
                  <a:pt x="346455" y="317406"/>
                </a:lnTo>
                <a:lnTo>
                  <a:pt x="316323" y="347641"/>
                </a:lnTo>
                <a:lnTo>
                  <a:pt x="280193" y="370685"/>
                </a:lnTo>
                <a:lnTo>
                  <a:pt x="239228" y="385370"/>
                </a:lnTo>
                <a:lnTo>
                  <a:pt x="194596" y="390524"/>
                </a:lnTo>
                <a:close/>
              </a:path>
              <a:path w="389255" h="1562100">
                <a:moveTo>
                  <a:pt x="194596" y="976312"/>
                </a:moveTo>
                <a:lnTo>
                  <a:pt x="149963" y="971157"/>
                </a:lnTo>
                <a:lnTo>
                  <a:pt x="108999" y="956473"/>
                </a:lnTo>
                <a:lnTo>
                  <a:pt x="72868" y="933428"/>
                </a:lnTo>
                <a:lnTo>
                  <a:pt x="42737" y="903194"/>
                </a:lnTo>
                <a:lnTo>
                  <a:pt x="19771" y="866939"/>
                </a:lnTo>
                <a:lnTo>
                  <a:pt x="5137" y="825835"/>
                </a:lnTo>
                <a:lnTo>
                  <a:pt x="0" y="781049"/>
                </a:lnTo>
                <a:lnTo>
                  <a:pt x="5137" y="736264"/>
                </a:lnTo>
                <a:lnTo>
                  <a:pt x="19771" y="695160"/>
                </a:lnTo>
                <a:lnTo>
                  <a:pt x="42737" y="658905"/>
                </a:lnTo>
                <a:lnTo>
                  <a:pt x="72868" y="628671"/>
                </a:lnTo>
                <a:lnTo>
                  <a:pt x="108999" y="605626"/>
                </a:lnTo>
                <a:lnTo>
                  <a:pt x="149963" y="590942"/>
                </a:lnTo>
                <a:lnTo>
                  <a:pt x="194596" y="585787"/>
                </a:lnTo>
                <a:lnTo>
                  <a:pt x="239228" y="590942"/>
                </a:lnTo>
                <a:lnTo>
                  <a:pt x="280193" y="605626"/>
                </a:lnTo>
                <a:lnTo>
                  <a:pt x="316323" y="628671"/>
                </a:lnTo>
                <a:lnTo>
                  <a:pt x="346455" y="658905"/>
                </a:lnTo>
                <a:lnTo>
                  <a:pt x="369420" y="695160"/>
                </a:lnTo>
                <a:lnTo>
                  <a:pt x="384055" y="736264"/>
                </a:lnTo>
                <a:lnTo>
                  <a:pt x="389192" y="781049"/>
                </a:lnTo>
                <a:lnTo>
                  <a:pt x="384055" y="825835"/>
                </a:lnTo>
                <a:lnTo>
                  <a:pt x="369420" y="866939"/>
                </a:lnTo>
                <a:lnTo>
                  <a:pt x="346455" y="903194"/>
                </a:lnTo>
                <a:lnTo>
                  <a:pt x="316323" y="933428"/>
                </a:lnTo>
                <a:lnTo>
                  <a:pt x="280193" y="956473"/>
                </a:lnTo>
                <a:lnTo>
                  <a:pt x="239228" y="971157"/>
                </a:lnTo>
                <a:lnTo>
                  <a:pt x="194596" y="976312"/>
                </a:lnTo>
                <a:close/>
              </a:path>
              <a:path w="389255" h="1562100">
                <a:moveTo>
                  <a:pt x="194596" y="1562099"/>
                </a:moveTo>
                <a:lnTo>
                  <a:pt x="149963" y="1556945"/>
                </a:lnTo>
                <a:lnTo>
                  <a:pt x="108999" y="1542260"/>
                </a:lnTo>
                <a:lnTo>
                  <a:pt x="72868" y="1519216"/>
                </a:lnTo>
                <a:lnTo>
                  <a:pt x="42737" y="1488981"/>
                </a:lnTo>
                <a:lnTo>
                  <a:pt x="19771" y="1452727"/>
                </a:lnTo>
                <a:lnTo>
                  <a:pt x="5137" y="1411622"/>
                </a:lnTo>
                <a:lnTo>
                  <a:pt x="0" y="1366837"/>
                </a:lnTo>
                <a:lnTo>
                  <a:pt x="5137" y="1322052"/>
                </a:lnTo>
                <a:lnTo>
                  <a:pt x="19771" y="1280947"/>
                </a:lnTo>
                <a:lnTo>
                  <a:pt x="42737" y="1244693"/>
                </a:lnTo>
                <a:lnTo>
                  <a:pt x="72868" y="1214458"/>
                </a:lnTo>
                <a:lnTo>
                  <a:pt x="108999" y="1191414"/>
                </a:lnTo>
                <a:lnTo>
                  <a:pt x="149963" y="1176729"/>
                </a:lnTo>
                <a:lnTo>
                  <a:pt x="194596" y="1171574"/>
                </a:lnTo>
                <a:lnTo>
                  <a:pt x="239228" y="1176729"/>
                </a:lnTo>
                <a:lnTo>
                  <a:pt x="280193" y="1191414"/>
                </a:lnTo>
                <a:lnTo>
                  <a:pt x="316323" y="1214458"/>
                </a:lnTo>
                <a:lnTo>
                  <a:pt x="346455" y="1244693"/>
                </a:lnTo>
                <a:lnTo>
                  <a:pt x="369420" y="1280947"/>
                </a:lnTo>
                <a:lnTo>
                  <a:pt x="384055" y="1322052"/>
                </a:lnTo>
                <a:lnTo>
                  <a:pt x="389192" y="1366837"/>
                </a:lnTo>
                <a:lnTo>
                  <a:pt x="384055" y="1411622"/>
                </a:lnTo>
                <a:lnTo>
                  <a:pt x="369420" y="1452727"/>
                </a:lnTo>
                <a:lnTo>
                  <a:pt x="346455" y="1488981"/>
                </a:lnTo>
                <a:lnTo>
                  <a:pt x="316323" y="1519216"/>
                </a:lnTo>
                <a:lnTo>
                  <a:pt x="280193" y="1542260"/>
                </a:lnTo>
                <a:lnTo>
                  <a:pt x="239228" y="1556945"/>
                </a:lnTo>
                <a:lnTo>
                  <a:pt x="194596" y="1562099"/>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4275DC94-1B51-E039-0CBC-20B737F412E4}"/>
              </a:ext>
            </a:extLst>
          </p:cNvPr>
          <p:cNvSpPr txBox="1"/>
          <p:nvPr/>
        </p:nvSpPr>
        <p:spPr>
          <a:xfrm>
            <a:off x="4572000" y="4521421"/>
            <a:ext cx="2645410" cy="567463"/>
          </a:xfrm>
          <a:prstGeom prst="rect">
            <a:avLst/>
          </a:prstGeom>
        </p:spPr>
        <p:txBody>
          <a:bodyPr vert="horz" wrap="square" lIns="0" tIns="15875" rIns="0" bIns="0" rtlCol="0">
            <a:spAutoFit/>
          </a:bodyPr>
          <a:lstStyle/>
          <a:p>
            <a:pPr marL="12700">
              <a:lnSpc>
                <a:spcPts val="4255"/>
              </a:lnSpc>
              <a:spcBef>
                <a:spcPts val="125"/>
              </a:spcBef>
            </a:pPr>
            <a:r>
              <a:rPr sz="4300" b="1" u="heavy" spc="1210" dirty="0">
                <a:solidFill>
                  <a:srgbClr val="583C8F"/>
                </a:solidFill>
                <a:uFill>
                  <a:solidFill>
                    <a:srgbClr val="000000"/>
                  </a:solidFill>
                </a:uFill>
                <a:latin typeface="Trebuchet MS"/>
                <a:cs typeface="Trebuchet MS"/>
              </a:rPr>
              <a:t> </a:t>
            </a:r>
            <a:endParaRPr sz="4300" dirty="0">
              <a:latin typeface="Trebuchet MS"/>
              <a:cs typeface="Trebuchet MS"/>
            </a:endParaRPr>
          </a:p>
        </p:txBody>
      </p:sp>
      <p:sp>
        <p:nvSpPr>
          <p:cNvPr id="10" name="object 10">
            <a:extLst>
              <a:ext uri="{FF2B5EF4-FFF2-40B4-BE49-F238E27FC236}">
                <a16:creationId xmlns:a16="http://schemas.microsoft.com/office/drawing/2014/main" id="{FFC404C8-7D83-7C7A-B5DD-1C68C405CD7A}"/>
              </a:ext>
            </a:extLst>
          </p:cNvPr>
          <p:cNvSpPr/>
          <p:nvPr/>
        </p:nvSpPr>
        <p:spPr>
          <a:xfrm>
            <a:off x="807647" y="4307834"/>
            <a:ext cx="389255" cy="1562100"/>
          </a:xfrm>
          <a:custGeom>
            <a:avLst/>
            <a:gdLst/>
            <a:ahLst/>
            <a:cxnLst/>
            <a:rect l="l" t="t" r="r" b="b"/>
            <a:pathLst>
              <a:path w="389254" h="1562100">
                <a:moveTo>
                  <a:pt x="194596" y="390524"/>
                </a:moveTo>
                <a:lnTo>
                  <a:pt x="149963" y="385370"/>
                </a:lnTo>
                <a:lnTo>
                  <a:pt x="108999" y="370685"/>
                </a:lnTo>
                <a:lnTo>
                  <a:pt x="72868" y="347641"/>
                </a:lnTo>
                <a:lnTo>
                  <a:pt x="42737" y="317406"/>
                </a:lnTo>
                <a:lnTo>
                  <a:pt x="19771" y="281152"/>
                </a:lnTo>
                <a:lnTo>
                  <a:pt x="5137" y="240047"/>
                </a:lnTo>
                <a:lnTo>
                  <a:pt x="0" y="195262"/>
                </a:lnTo>
                <a:lnTo>
                  <a:pt x="5137" y="150477"/>
                </a:lnTo>
                <a:lnTo>
                  <a:pt x="19771" y="109372"/>
                </a:lnTo>
                <a:lnTo>
                  <a:pt x="42737" y="73118"/>
                </a:lnTo>
                <a:lnTo>
                  <a:pt x="72868" y="42883"/>
                </a:lnTo>
                <a:lnTo>
                  <a:pt x="108999" y="19839"/>
                </a:lnTo>
                <a:lnTo>
                  <a:pt x="149963" y="5154"/>
                </a:lnTo>
                <a:lnTo>
                  <a:pt x="194596" y="0"/>
                </a:lnTo>
                <a:lnTo>
                  <a:pt x="239228" y="5154"/>
                </a:lnTo>
                <a:lnTo>
                  <a:pt x="280193" y="19839"/>
                </a:lnTo>
                <a:lnTo>
                  <a:pt x="316323" y="42883"/>
                </a:lnTo>
                <a:lnTo>
                  <a:pt x="346455" y="73118"/>
                </a:lnTo>
                <a:lnTo>
                  <a:pt x="369420" y="109372"/>
                </a:lnTo>
                <a:lnTo>
                  <a:pt x="384055" y="150477"/>
                </a:lnTo>
                <a:lnTo>
                  <a:pt x="389192" y="195262"/>
                </a:lnTo>
                <a:lnTo>
                  <a:pt x="384055" y="240047"/>
                </a:lnTo>
                <a:lnTo>
                  <a:pt x="369420" y="281152"/>
                </a:lnTo>
                <a:lnTo>
                  <a:pt x="346455" y="317406"/>
                </a:lnTo>
                <a:lnTo>
                  <a:pt x="316323" y="347641"/>
                </a:lnTo>
                <a:lnTo>
                  <a:pt x="280193" y="370685"/>
                </a:lnTo>
                <a:lnTo>
                  <a:pt x="239228" y="385370"/>
                </a:lnTo>
                <a:lnTo>
                  <a:pt x="194596" y="390524"/>
                </a:lnTo>
                <a:close/>
              </a:path>
              <a:path w="389254" h="1562100">
                <a:moveTo>
                  <a:pt x="194596" y="976312"/>
                </a:moveTo>
                <a:lnTo>
                  <a:pt x="149963" y="971157"/>
                </a:lnTo>
                <a:lnTo>
                  <a:pt x="108999" y="956473"/>
                </a:lnTo>
                <a:lnTo>
                  <a:pt x="72868" y="933428"/>
                </a:lnTo>
                <a:lnTo>
                  <a:pt x="42737" y="903194"/>
                </a:lnTo>
                <a:lnTo>
                  <a:pt x="19771" y="866939"/>
                </a:lnTo>
                <a:lnTo>
                  <a:pt x="5137" y="825835"/>
                </a:lnTo>
                <a:lnTo>
                  <a:pt x="0" y="781049"/>
                </a:lnTo>
                <a:lnTo>
                  <a:pt x="5137" y="736264"/>
                </a:lnTo>
                <a:lnTo>
                  <a:pt x="19771" y="695160"/>
                </a:lnTo>
                <a:lnTo>
                  <a:pt x="42737" y="658905"/>
                </a:lnTo>
                <a:lnTo>
                  <a:pt x="72868" y="628671"/>
                </a:lnTo>
                <a:lnTo>
                  <a:pt x="108999" y="605626"/>
                </a:lnTo>
                <a:lnTo>
                  <a:pt x="149963" y="590942"/>
                </a:lnTo>
                <a:lnTo>
                  <a:pt x="194596" y="585787"/>
                </a:lnTo>
                <a:lnTo>
                  <a:pt x="239228" y="590942"/>
                </a:lnTo>
                <a:lnTo>
                  <a:pt x="280193" y="605626"/>
                </a:lnTo>
                <a:lnTo>
                  <a:pt x="316323" y="628671"/>
                </a:lnTo>
                <a:lnTo>
                  <a:pt x="346455" y="658905"/>
                </a:lnTo>
                <a:lnTo>
                  <a:pt x="369420" y="695160"/>
                </a:lnTo>
                <a:lnTo>
                  <a:pt x="384055" y="736264"/>
                </a:lnTo>
                <a:lnTo>
                  <a:pt x="389192" y="781049"/>
                </a:lnTo>
                <a:lnTo>
                  <a:pt x="384055" y="825835"/>
                </a:lnTo>
                <a:lnTo>
                  <a:pt x="369420" y="866939"/>
                </a:lnTo>
                <a:lnTo>
                  <a:pt x="346455" y="903194"/>
                </a:lnTo>
                <a:lnTo>
                  <a:pt x="316323" y="933428"/>
                </a:lnTo>
                <a:lnTo>
                  <a:pt x="280193" y="956473"/>
                </a:lnTo>
                <a:lnTo>
                  <a:pt x="239228" y="971157"/>
                </a:lnTo>
                <a:lnTo>
                  <a:pt x="194596" y="976312"/>
                </a:lnTo>
                <a:close/>
              </a:path>
              <a:path w="389254" h="1562100">
                <a:moveTo>
                  <a:pt x="194596" y="1562099"/>
                </a:moveTo>
                <a:lnTo>
                  <a:pt x="149963" y="1556945"/>
                </a:lnTo>
                <a:lnTo>
                  <a:pt x="108999" y="1542260"/>
                </a:lnTo>
                <a:lnTo>
                  <a:pt x="72868" y="1519216"/>
                </a:lnTo>
                <a:lnTo>
                  <a:pt x="42737" y="1488981"/>
                </a:lnTo>
                <a:lnTo>
                  <a:pt x="19771" y="1452727"/>
                </a:lnTo>
                <a:lnTo>
                  <a:pt x="5137" y="1411622"/>
                </a:lnTo>
                <a:lnTo>
                  <a:pt x="0" y="1366837"/>
                </a:lnTo>
                <a:lnTo>
                  <a:pt x="5137" y="1322052"/>
                </a:lnTo>
                <a:lnTo>
                  <a:pt x="19771" y="1280947"/>
                </a:lnTo>
                <a:lnTo>
                  <a:pt x="42737" y="1244693"/>
                </a:lnTo>
                <a:lnTo>
                  <a:pt x="72868" y="1214458"/>
                </a:lnTo>
                <a:lnTo>
                  <a:pt x="108999" y="1191414"/>
                </a:lnTo>
                <a:lnTo>
                  <a:pt x="149963" y="1176729"/>
                </a:lnTo>
                <a:lnTo>
                  <a:pt x="194596" y="1171574"/>
                </a:lnTo>
                <a:lnTo>
                  <a:pt x="239228" y="1176729"/>
                </a:lnTo>
                <a:lnTo>
                  <a:pt x="280193" y="1191414"/>
                </a:lnTo>
                <a:lnTo>
                  <a:pt x="316323" y="1214458"/>
                </a:lnTo>
                <a:lnTo>
                  <a:pt x="346455" y="1244693"/>
                </a:lnTo>
                <a:lnTo>
                  <a:pt x="369420" y="1280947"/>
                </a:lnTo>
                <a:lnTo>
                  <a:pt x="384055" y="1322052"/>
                </a:lnTo>
                <a:lnTo>
                  <a:pt x="389192" y="1366837"/>
                </a:lnTo>
                <a:lnTo>
                  <a:pt x="384055" y="1411622"/>
                </a:lnTo>
                <a:lnTo>
                  <a:pt x="369420" y="1452727"/>
                </a:lnTo>
                <a:lnTo>
                  <a:pt x="346455" y="1488981"/>
                </a:lnTo>
                <a:lnTo>
                  <a:pt x="316323" y="1519216"/>
                </a:lnTo>
                <a:lnTo>
                  <a:pt x="280193" y="1542260"/>
                </a:lnTo>
                <a:lnTo>
                  <a:pt x="239228" y="1556945"/>
                </a:lnTo>
                <a:lnTo>
                  <a:pt x="194596" y="1562099"/>
                </a:lnTo>
                <a:close/>
              </a:path>
            </a:pathLst>
          </a:custGeom>
          <a:solidFill>
            <a:srgbClr val="000000"/>
          </a:solidFill>
        </p:spPr>
        <p:txBody>
          <a:bodyPr wrap="square" lIns="0" tIns="0" rIns="0" bIns="0" rtlCol="0"/>
          <a:lstStyle/>
          <a:p>
            <a:endParaRPr dirty="0"/>
          </a:p>
        </p:txBody>
      </p:sp>
      <p:sp>
        <p:nvSpPr>
          <p:cNvPr id="12" name="Title 11">
            <a:extLst>
              <a:ext uri="{FF2B5EF4-FFF2-40B4-BE49-F238E27FC236}">
                <a16:creationId xmlns:a16="http://schemas.microsoft.com/office/drawing/2014/main" id="{3B6731FB-DB38-DB30-17C1-627C94A0055D}"/>
              </a:ext>
            </a:extLst>
          </p:cNvPr>
          <p:cNvSpPr>
            <a:spLocks noGrp="1"/>
          </p:cNvSpPr>
          <p:nvPr>
            <p:ph type="title"/>
          </p:nvPr>
        </p:nvSpPr>
        <p:spPr>
          <a:xfrm>
            <a:off x="1196902" y="10500852"/>
            <a:ext cx="16255959" cy="1178560"/>
          </a:xfrm>
        </p:spPr>
        <p:txBody>
          <a:bodyPr/>
          <a:lstStyle/>
          <a:p>
            <a:endParaRPr lang="en-IN"/>
          </a:p>
        </p:txBody>
      </p:sp>
      <p:sp>
        <p:nvSpPr>
          <p:cNvPr id="13" name="object 9">
            <a:extLst>
              <a:ext uri="{FF2B5EF4-FFF2-40B4-BE49-F238E27FC236}">
                <a16:creationId xmlns:a16="http://schemas.microsoft.com/office/drawing/2014/main" id="{70B2A7B6-AD2B-1DB3-443F-E111EB7AE12E}"/>
              </a:ext>
            </a:extLst>
          </p:cNvPr>
          <p:cNvSpPr txBox="1"/>
          <p:nvPr/>
        </p:nvSpPr>
        <p:spPr>
          <a:xfrm>
            <a:off x="3958972" y="4085621"/>
            <a:ext cx="10363200" cy="1888209"/>
          </a:xfrm>
          <a:prstGeom prst="rect">
            <a:avLst/>
          </a:prstGeom>
        </p:spPr>
        <p:txBody>
          <a:bodyPr vert="horz" wrap="square" lIns="0" tIns="12700" rIns="0" bIns="0" rtlCol="0">
            <a:spAutoFit/>
          </a:bodyPr>
          <a:lstStyle/>
          <a:p>
            <a:pPr marL="12700" marR="5080">
              <a:lnSpc>
                <a:spcPct val="113599"/>
              </a:lnSpc>
              <a:spcBef>
                <a:spcPts val="100"/>
              </a:spcBef>
            </a:pPr>
            <a:r>
              <a:rPr lang="en-US" sz="3600" dirty="0"/>
              <a:t>Students need a structured system that organizes, tracks, and connects academic knowledge to improve revision and conceptual clarity.</a:t>
            </a:r>
            <a:endParaRPr sz="3600" dirty="0">
              <a:latin typeface="Lucida Sans Unicode"/>
              <a:cs typeface="Lucida Sans Unicode"/>
            </a:endParaRPr>
          </a:p>
        </p:txBody>
      </p:sp>
      <p:sp>
        <p:nvSpPr>
          <p:cNvPr id="14" name="object 2">
            <a:extLst>
              <a:ext uri="{FF2B5EF4-FFF2-40B4-BE49-F238E27FC236}">
                <a16:creationId xmlns:a16="http://schemas.microsoft.com/office/drawing/2014/main" id="{FC1A1107-EC7A-98EA-3905-D29EA7A8B9A4}"/>
              </a:ext>
            </a:extLst>
          </p:cNvPr>
          <p:cNvSpPr/>
          <p:nvPr/>
        </p:nvSpPr>
        <p:spPr>
          <a:xfrm>
            <a:off x="-3745" y="8095029"/>
            <a:ext cx="18288635" cy="368300"/>
          </a:xfrm>
          <a:custGeom>
            <a:avLst/>
            <a:gdLst/>
            <a:ahLst/>
            <a:cxnLst/>
            <a:rect l="l" t="t" r="r" b="b"/>
            <a:pathLst>
              <a:path w="18288635" h="368300">
                <a:moveTo>
                  <a:pt x="0" y="368300"/>
                </a:moveTo>
                <a:lnTo>
                  <a:pt x="0" y="0"/>
                </a:lnTo>
                <a:lnTo>
                  <a:pt x="18288396" y="0"/>
                </a:lnTo>
                <a:lnTo>
                  <a:pt x="18288396" y="368300"/>
                </a:lnTo>
                <a:lnTo>
                  <a:pt x="0" y="368300"/>
                </a:lnTo>
                <a:close/>
              </a:path>
            </a:pathLst>
          </a:custGeom>
          <a:solidFill>
            <a:srgbClr val="583C8F"/>
          </a:solidFill>
        </p:spPr>
        <p:txBody>
          <a:bodyPr wrap="square" lIns="0" tIns="0" rIns="0" bIns="0" rtlCol="0"/>
          <a:lstStyle/>
          <a:p>
            <a:endParaRPr/>
          </a:p>
        </p:txBody>
      </p:sp>
    </p:spTree>
    <p:extLst>
      <p:ext uri="{BB962C8B-B14F-4D97-AF65-F5344CB8AC3E}">
        <p14:creationId xmlns:p14="http://schemas.microsoft.com/office/powerpoint/2010/main" val="850889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8DBB-0217-EEEC-6385-E5C4B389DB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7D72D9-3BC7-2971-2B8D-8C195A5B337B}"/>
              </a:ext>
            </a:extLst>
          </p:cNvPr>
          <p:cNvSpPr/>
          <p:nvPr/>
        </p:nvSpPr>
        <p:spPr>
          <a:xfrm>
            <a:off x="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6" name="object 6">
            <a:extLst>
              <a:ext uri="{FF2B5EF4-FFF2-40B4-BE49-F238E27FC236}">
                <a16:creationId xmlns:a16="http://schemas.microsoft.com/office/drawing/2014/main" id="{3FDAA0CE-2B15-FAE3-710F-C5ABC78BB8F9}"/>
              </a:ext>
            </a:extLst>
          </p:cNvPr>
          <p:cNvSpPr/>
          <p:nvPr/>
        </p:nvSpPr>
        <p:spPr>
          <a:xfrm>
            <a:off x="4189304" y="8617963"/>
            <a:ext cx="2085975" cy="523875"/>
          </a:xfrm>
          <a:custGeom>
            <a:avLst/>
            <a:gdLst/>
            <a:ahLst/>
            <a:cxnLst/>
            <a:rect l="l" t="t" r="r" b="b"/>
            <a:pathLst>
              <a:path w="2085975" h="523875">
                <a:moveTo>
                  <a:pt x="260746" y="523874"/>
                </a:moveTo>
                <a:lnTo>
                  <a:pt x="213862" y="519656"/>
                </a:lnTo>
                <a:lnTo>
                  <a:pt x="169741" y="507494"/>
                </a:lnTo>
                <a:lnTo>
                  <a:pt x="129117" y="488125"/>
                </a:lnTo>
                <a:lnTo>
                  <a:pt x="92727" y="462289"/>
                </a:lnTo>
                <a:lnTo>
                  <a:pt x="61305" y="430723"/>
                </a:lnTo>
                <a:lnTo>
                  <a:pt x="35587" y="394167"/>
                </a:lnTo>
                <a:lnTo>
                  <a:pt x="16306" y="353358"/>
                </a:lnTo>
                <a:lnTo>
                  <a:pt x="4199" y="309035"/>
                </a:lnTo>
                <a:lnTo>
                  <a:pt x="0" y="261937"/>
                </a:lnTo>
                <a:lnTo>
                  <a:pt x="4199" y="214839"/>
                </a:lnTo>
                <a:lnTo>
                  <a:pt x="16306" y="170516"/>
                </a:lnTo>
                <a:lnTo>
                  <a:pt x="35587" y="129707"/>
                </a:lnTo>
                <a:lnTo>
                  <a:pt x="61305" y="93151"/>
                </a:lnTo>
                <a:lnTo>
                  <a:pt x="92727" y="61585"/>
                </a:lnTo>
                <a:lnTo>
                  <a:pt x="129117" y="35749"/>
                </a:lnTo>
                <a:lnTo>
                  <a:pt x="169741" y="16380"/>
                </a:lnTo>
                <a:lnTo>
                  <a:pt x="213862" y="4218"/>
                </a:lnTo>
                <a:lnTo>
                  <a:pt x="260746" y="0"/>
                </a:lnTo>
                <a:lnTo>
                  <a:pt x="307631" y="4218"/>
                </a:lnTo>
                <a:lnTo>
                  <a:pt x="351752" y="16380"/>
                </a:lnTo>
                <a:lnTo>
                  <a:pt x="392375" y="35749"/>
                </a:lnTo>
                <a:lnTo>
                  <a:pt x="428765" y="61585"/>
                </a:lnTo>
                <a:lnTo>
                  <a:pt x="460187" y="93151"/>
                </a:lnTo>
                <a:lnTo>
                  <a:pt x="485906" y="129707"/>
                </a:lnTo>
                <a:lnTo>
                  <a:pt x="505187" y="170516"/>
                </a:lnTo>
                <a:lnTo>
                  <a:pt x="517294" y="214839"/>
                </a:lnTo>
                <a:lnTo>
                  <a:pt x="521493" y="261937"/>
                </a:lnTo>
                <a:lnTo>
                  <a:pt x="517294" y="309035"/>
                </a:lnTo>
                <a:lnTo>
                  <a:pt x="505187" y="353358"/>
                </a:lnTo>
                <a:lnTo>
                  <a:pt x="485906" y="394167"/>
                </a:lnTo>
                <a:lnTo>
                  <a:pt x="460187" y="430723"/>
                </a:lnTo>
                <a:lnTo>
                  <a:pt x="428765" y="462289"/>
                </a:lnTo>
                <a:lnTo>
                  <a:pt x="392375" y="488125"/>
                </a:lnTo>
                <a:lnTo>
                  <a:pt x="351752" y="507494"/>
                </a:lnTo>
                <a:lnTo>
                  <a:pt x="307631" y="519656"/>
                </a:lnTo>
                <a:lnTo>
                  <a:pt x="260746" y="523874"/>
                </a:lnTo>
                <a:close/>
              </a:path>
              <a:path w="2085975" h="523875">
                <a:moveTo>
                  <a:pt x="1825228" y="523874"/>
                </a:moveTo>
                <a:lnTo>
                  <a:pt x="1778343" y="519656"/>
                </a:lnTo>
                <a:lnTo>
                  <a:pt x="1734222" y="507494"/>
                </a:lnTo>
                <a:lnTo>
                  <a:pt x="1693599" y="488125"/>
                </a:lnTo>
                <a:lnTo>
                  <a:pt x="1657209" y="462289"/>
                </a:lnTo>
                <a:lnTo>
                  <a:pt x="1625787" y="430723"/>
                </a:lnTo>
                <a:lnTo>
                  <a:pt x="1600068" y="394167"/>
                </a:lnTo>
                <a:lnTo>
                  <a:pt x="1580787" y="353358"/>
                </a:lnTo>
                <a:lnTo>
                  <a:pt x="1568680" y="309035"/>
                </a:lnTo>
                <a:lnTo>
                  <a:pt x="1564481" y="261937"/>
                </a:lnTo>
                <a:lnTo>
                  <a:pt x="1568680" y="214839"/>
                </a:lnTo>
                <a:lnTo>
                  <a:pt x="1580787" y="170516"/>
                </a:lnTo>
                <a:lnTo>
                  <a:pt x="1600068" y="129707"/>
                </a:lnTo>
                <a:lnTo>
                  <a:pt x="1625787" y="93151"/>
                </a:lnTo>
                <a:lnTo>
                  <a:pt x="1657209" y="61585"/>
                </a:lnTo>
                <a:lnTo>
                  <a:pt x="1693599" y="35749"/>
                </a:lnTo>
                <a:lnTo>
                  <a:pt x="1734222" y="16380"/>
                </a:lnTo>
                <a:lnTo>
                  <a:pt x="1778343" y="4218"/>
                </a:lnTo>
                <a:lnTo>
                  <a:pt x="1825228" y="0"/>
                </a:lnTo>
                <a:lnTo>
                  <a:pt x="1872112" y="4218"/>
                </a:lnTo>
                <a:lnTo>
                  <a:pt x="1916233" y="16380"/>
                </a:lnTo>
                <a:lnTo>
                  <a:pt x="1956857" y="35749"/>
                </a:lnTo>
                <a:lnTo>
                  <a:pt x="1993247" y="61585"/>
                </a:lnTo>
                <a:lnTo>
                  <a:pt x="2024669" y="93151"/>
                </a:lnTo>
                <a:lnTo>
                  <a:pt x="2050387" y="129707"/>
                </a:lnTo>
                <a:lnTo>
                  <a:pt x="2069668" y="170516"/>
                </a:lnTo>
                <a:lnTo>
                  <a:pt x="2081775" y="214839"/>
                </a:lnTo>
                <a:lnTo>
                  <a:pt x="2085975" y="261937"/>
                </a:lnTo>
                <a:lnTo>
                  <a:pt x="2081775" y="309035"/>
                </a:lnTo>
                <a:lnTo>
                  <a:pt x="2069668" y="353358"/>
                </a:lnTo>
                <a:lnTo>
                  <a:pt x="2050387" y="394167"/>
                </a:lnTo>
                <a:lnTo>
                  <a:pt x="2024669" y="430723"/>
                </a:lnTo>
                <a:lnTo>
                  <a:pt x="1993247" y="462289"/>
                </a:lnTo>
                <a:lnTo>
                  <a:pt x="1956857" y="488125"/>
                </a:lnTo>
                <a:lnTo>
                  <a:pt x="1916233" y="507494"/>
                </a:lnTo>
                <a:lnTo>
                  <a:pt x="1872112" y="519656"/>
                </a:lnTo>
                <a:lnTo>
                  <a:pt x="1825228" y="523874"/>
                </a:lnTo>
                <a:close/>
              </a:path>
              <a:path w="2085975" h="523875">
                <a:moveTo>
                  <a:pt x="1042987" y="523874"/>
                </a:moveTo>
                <a:lnTo>
                  <a:pt x="996103" y="519656"/>
                </a:lnTo>
                <a:lnTo>
                  <a:pt x="951981" y="507494"/>
                </a:lnTo>
                <a:lnTo>
                  <a:pt x="911358" y="488125"/>
                </a:lnTo>
                <a:lnTo>
                  <a:pt x="874968" y="462289"/>
                </a:lnTo>
                <a:lnTo>
                  <a:pt x="843546" y="430723"/>
                </a:lnTo>
                <a:lnTo>
                  <a:pt x="817827" y="394167"/>
                </a:lnTo>
                <a:lnTo>
                  <a:pt x="798547" y="353358"/>
                </a:lnTo>
                <a:lnTo>
                  <a:pt x="786439" y="309035"/>
                </a:lnTo>
                <a:lnTo>
                  <a:pt x="782240" y="261937"/>
                </a:lnTo>
                <a:lnTo>
                  <a:pt x="786439" y="214839"/>
                </a:lnTo>
                <a:lnTo>
                  <a:pt x="798547" y="170516"/>
                </a:lnTo>
                <a:lnTo>
                  <a:pt x="817827" y="129707"/>
                </a:lnTo>
                <a:lnTo>
                  <a:pt x="843546" y="93151"/>
                </a:lnTo>
                <a:lnTo>
                  <a:pt x="874968" y="61585"/>
                </a:lnTo>
                <a:lnTo>
                  <a:pt x="911358" y="35749"/>
                </a:lnTo>
                <a:lnTo>
                  <a:pt x="951981" y="16380"/>
                </a:lnTo>
                <a:lnTo>
                  <a:pt x="996103" y="4218"/>
                </a:lnTo>
                <a:lnTo>
                  <a:pt x="1042987" y="0"/>
                </a:lnTo>
                <a:lnTo>
                  <a:pt x="1089871" y="4218"/>
                </a:lnTo>
                <a:lnTo>
                  <a:pt x="1133993" y="16380"/>
                </a:lnTo>
                <a:lnTo>
                  <a:pt x="1174616" y="35749"/>
                </a:lnTo>
                <a:lnTo>
                  <a:pt x="1211006" y="61585"/>
                </a:lnTo>
                <a:lnTo>
                  <a:pt x="1242428" y="93151"/>
                </a:lnTo>
                <a:lnTo>
                  <a:pt x="1268147" y="129707"/>
                </a:lnTo>
                <a:lnTo>
                  <a:pt x="1287427" y="170516"/>
                </a:lnTo>
                <a:lnTo>
                  <a:pt x="1299535" y="214839"/>
                </a:lnTo>
                <a:lnTo>
                  <a:pt x="1303734" y="261937"/>
                </a:lnTo>
                <a:lnTo>
                  <a:pt x="1299535" y="309035"/>
                </a:lnTo>
                <a:lnTo>
                  <a:pt x="1287427" y="353358"/>
                </a:lnTo>
                <a:lnTo>
                  <a:pt x="1268147" y="394167"/>
                </a:lnTo>
                <a:lnTo>
                  <a:pt x="1242428" y="430723"/>
                </a:lnTo>
                <a:lnTo>
                  <a:pt x="1211006" y="462289"/>
                </a:lnTo>
                <a:lnTo>
                  <a:pt x="1174616" y="488125"/>
                </a:lnTo>
                <a:lnTo>
                  <a:pt x="1133993" y="507494"/>
                </a:lnTo>
                <a:lnTo>
                  <a:pt x="1089871" y="519656"/>
                </a:lnTo>
                <a:lnTo>
                  <a:pt x="1042987" y="523874"/>
                </a:lnTo>
                <a:close/>
              </a:path>
            </a:pathLst>
          </a:custGeom>
          <a:solidFill>
            <a:srgbClr val="000000"/>
          </a:solidFill>
        </p:spPr>
        <p:txBody>
          <a:bodyPr wrap="square" lIns="0" tIns="0" rIns="0" bIns="0" rtlCol="0"/>
          <a:lstStyle/>
          <a:p>
            <a:endParaRPr/>
          </a:p>
        </p:txBody>
      </p:sp>
      <p:sp>
        <p:nvSpPr>
          <p:cNvPr id="7" name="object 7">
            <a:extLst>
              <a:ext uri="{FF2B5EF4-FFF2-40B4-BE49-F238E27FC236}">
                <a16:creationId xmlns:a16="http://schemas.microsoft.com/office/drawing/2014/main" id="{E8832BDE-3DBB-4FC0-BC16-9B904371BE27}"/>
              </a:ext>
            </a:extLst>
          </p:cNvPr>
          <p:cNvSpPr txBox="1">
            <a:spLocks noGrp="1"/>
          </p:cNvSpPr>
          <p:nvPr>
            <p:ph type="title"/>
          </p:nvPr>
        </p:nvSpPr>
        <p:spPr>
          <a:xfrm>
            <a:off x="4173837" y="1276474"/>
            <a:ext cx="4234180" cy="548868"/>
          </a:xfrm>
          <a:prstGeom prst="rect">
            <a:avLst/>
          </a:prstGeom>
        </p:spPr>
        <p:txBody>
          <a:bodyPr vert="horz" wrap="square" lIns="0" tIns="15875" rIns="0" bIns="0" rtlCol="0">
            <a:spAutoFit/>
          </a:bodyPr>
          <a:lstStyle/>
          <a:p>
            <a:pPr marL="12700">
              <a:lnSpc>
                <a:spcPts val="4105"/>
              </a:lnSpc>
              <a:spcBef>
                <a:spcPts val="125"/>
              </a:spcBef>
            </a:pPr>
            <a:r>
              <a:rPr lang="en-US" sz="3600" b="0" u="sng" spc="25" dirty="0">
                <a:solidFill>
                  <a:srgbClr val="000000"/>
                </a:solidFill>
                <a:latin typeface="Lucida Sans Unicode"/>
                <a:cs typeface="Lucida Sans Unicode"/>
              </a:rPr>
              <a:t>Ideation</a:t>
            </a:r>
            <a:endParaRPr sz="4300" u="sng" dirty="0"/>
          </a:p>
        </p:txBody>
      </p:sp>
      <p:sp>
        <p:nvSpPr>
          <p:cNvPr id="8" name="object 8">
            <a:extLst>
              <a:ext uri="{FF2B5EF4-FFF2-40B4-BE49-F238E27FC236}">
                <a16:creationId xmlns:a16="http://schemas.microsoft.com/office/drawing/2014/main" id="{AB298D34-9577-1814-89A9-E8AB9174C982}"/>
              </a:ext>
            </a:extLst>
          </p:cNvPr>
          <p:cNvSpPr txBox="1"/>
          <p:nvPr/>
        </p:nvSpPr>
        <p:spPr>
          <a:xfrm>
            <a:off x="4189304" y="2552700"/>
            <a:ext cx="11675763" cy="2590196"/>
          </a:xfrm>
          <a:prstGeom prst="rect">
            <a:avLst/>
          </a:prstGeom>
        </p:spPr>
        <p:txBody>
          <a:bodyPr vert="horz" wrap="square" lIns="0" tIns="12700" rIns="0" bIns="0" rtlCol="0">
            <a:spAutoFit/>
          </a:bodyPr>
          <a:lstStyle/>
          <a:p>
            <a:pPr marL="355600" marR="7620" indent="-342900">
              <a:lnSpc>
                <a:spcPct val="113999"/>
              </a:lnSpc>
              <a:spcBef>
                <a:spcPts val="100"/>
              </a:spcBef>
              <a:buFont typeface="Wingdings" panose="05000000000000000000" pitchFamily="2" charset="2"/>
              <a:buChar char="§"/>
            </a:pPr>
            <a:r>
              <a:rPr lang="en-US" sz="2400" dirty="0">
                <a:latin typeface="Lucida Sans Unicode"/>
                <a:cs typeface="Lucida Sans Unicode"/>
              </a:rPr>
              <a:t>A simple Notes app, lacks versioning also cannot share notes or have multiple medium of notes</a:t>
            </a:r>
          </a:p>
          <a:p>
            <a:pPr marL="355600" marR="7620" indent="-342900">
              <a:lnSpc>
                <a:spcPct val="113999"/>
              </a:lnSpc>
              <a:spcBef>
                <a:spcPts val="100"/>
              </a:spcBef>
              <a:buFont typeface="Wingdings" panose="05000000000000000000" pitchFamily="2" charset="2"/>
              <a:buChar char="§"/>
            </a:pPr>
            <a:r>
              <a:rPr lang="en-US" sz="2400" dirty="0">
                <a:latin typeface="Lucida Sans Unicode"/>
                <a:cs typeface="Lucida Sans Unicode"/>
              </a:rPr>
              <a:t>Inspired by Git – A git like version control for Notes</a:t>
            </a:r>
          </a:p>
          <a:p>
            <a:pPr marL="355600" marR="7620" indent="-342900">
              <a:lnSpc>
                <a:spcPct val="113999"/>
              </a:lnSpc>
              <a:spcBef>
                <a:spcPts val="100"/>
              </a:spcBef>
              <a:buFont typeface="Wingdings" panose="05000000000000000000" pitchFamily="2" charset="2"/>
              <a:buChar char="§"/>
            </a:pPr>
            <a:r>
              <a:rPr lang="en-US" sz="2400" dirty="0">
                <a:latin typeface="Lucida Sans Unicode"/>
                <a:cs typeface="Lucida Sans Unicode"/>
              </a:rPr>
              <a:t>Public and Private Notes analogous to public and private repository of git</a:t>
            </a:r>
          </a:p>
          <a:p>
            <a:pPr marL="355600" marR="7620" indent="-342900">
              <a:lnSpc>
                <a:spcPct val="113999"/>
              </a:lnSpc>
              <a:spcBef>
                <a:spcPts val="100"/>
              </a:spcBef>
              <a:buFont typeface="Wingdings" panose="05000000000000000000" pitchFamily="2" charset="2"/>
              <a:buChar char="§"/>
            </a:pPr>
            <a:endParaRPr lang="en-US" sz="2400" dirty="0">
              <a:latin typeface="Lucida Sans Unicode"/>
              <a:cs typeface="Lucida Sans Unicode"/>
            </a:endParaRPr>
          </a:p>
          <a:p>
            <a:pPr marL="355600" marR="7620" indent="-342900">
              <a:lnSpc>
                <a:spcPct val="113999"/>
              </a:lnSpc>
              <a:spcBef>
                <a:spcPts val="100"/>
              </a:spcBef>
              <a:buFont typeface="Wingdings" panose="05000000000000000000" pitchFamily="2" charset="2"/>
              <a:buChar char="§"/>
            </a:pPr>
            <a:r>
              <a:rPr lang="en-US" sz="2400" b="1" dirty="0">
                <a:latin typeface="Lucida Sans Unicode"/>
                <a:cs typeface="Lucida Sans Unicode"/>
              </a:rPr>
              <a:t>Knowledge evolves – notes should too</a:t>
            </a:r>
            <a:endParaRPr sz="2400" b="1" dirty="0">
              <a:latin typeface="Lucida Sans Unicode"/>
              <a:cs typeface="Lucida Sans Unicode"/>
            </a:endParaRPr>
          </a:p>
        </p:txBody>
      </p:sp>
    </p:spTree>
    <p:extLst>
      <p:ext uri="{BB962C8B-B14F-4D97-AF65-F5344CB8AC3E}">
        <p14:creationId xmlns:p14="http://schemas.microsoft.com/office/powerpoint/2010/main" val="584755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F412C-A28C-A514-161A-E3CAD31E3CAC}"/>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16C8EDC-5611-0753-107B-0F3EFD56664B}"/>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Solution :-</a:t>
            </a:r>
            <a:endParaRPr sz="4300" dirty="0"/>
          </a:p>
        </p:txBody>
      </p:sp>
      <p:sp>
        <p:nvSpPr>
          <p:cNvPr id="9" name="object 2">
            <a:extLst>
              <a:ext uri="{FF2B5EF4-FFF2-40B4-BE49-F238E27FC236}">
                <a16:creationId xmlns:a16="http://schemas.microsoft.com/office/drawing/2014/main" id="{E64AFE06-C67D-3301-0212-954ED5C242B4}"/>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1E3E36A7-CED5-C49F-22EA-62D79BB2565E}"/>
              </a:ext>
            </a:extLst>
          </p:cNvPr>
          <p:cNvSpPr txBox="1">
            <a:spLocks/>
          </p:cNvSpPr>
          <p:nvPr/>
        </p:nvSpPr>
        <p:spPr>
          <a:xfrm>
            <a:off x="1676400" y="1890018"/>
            <a:ext cx="1139820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gn="ctr">
              <a:lnSpc>
                <a:spcPts val="4105"/>
              </a:lnSpc>
              <a:spcBef>
                <a:spcPts val="125"/>
              </a:spcBef>
            </a:pPr>
            <a:r>
              <a:rPr lang="en-US" sz="3600" b="0" u="heavy" spc="-25" dirty="0" err="1">
                <a:solidFill>
                  <a:srgbClr val="000000"/>
                </a:solidFill>
                <a:uFill>
                  <a:solidFill>
                    <a:srgbClr val="000000"/>
                  </a:solidFill>
                </a:uFill>
                <a:latin typeface="Lucida Sans Unicode"/>
                <a:cs typeface="Lucida Sans Unicode"/>
              </a:rPr>
              <a:t>NotesHub</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586098A0-4A28-F55B-5974-3C5048E1E4C3}"/>
              </a:ext>
            </a:extLst>
          </p:cNvPr>
          <p:cNvSpPr txBox="1"/>
          <p:nvPr/>
        </p:nvSpPr>
        <p:spPr>
          <a:xfrm>
            <a:off x="1021882" y="3589158"/>
            <a:ext cx="9569918" cy="3036857"/>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err="1">
                <a:latin typeface="Lucida Sans Unicode"/>
                <a:cs typeface="Lucida Sans Unicode"/>
              </a:rPr>
              <a:t>SubjecNotes</a:t>
            </a:r>
            <a:r>
              <a:rPr lang="en-US" sz="2400" dirty="0">
                <a:latin typeface="Lucida Sans Unicode"/>
                <a:cs typeface="Lucida Sans Unicode"/>
              </a:rPr>
              <a:t> (repo-like containers)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Snapshot-based versioning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Restore mechanism</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Concept Linking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Notes Linking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Search Public notes using tags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Forking (get a copy of a public note)</a:t>
            </a:r>
          </a:p>
        </p:txBody>
      </p:sp>
    </p:spTree>
    <p:extLst>
      <p:ext uri="{BB962C8B-B14F-4D97-AF65-F5344CB8AC3E}">
        <p14:creationId xmlns:p14="http://schemas.microsoft.com/office/powerpoint/2010/main" val="2432642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2214682" y="4331173"/>
            <a:ext cx="3945254" cy="3853108"/>
          </a:xfrm>
          <a:prstGeom prst="rect">
            <a:avLst/>
          </a:prstGeom>
        </p:spPr>
      </p:pic>
      <p:grpSp>
        <p:nvGrpSpPr>
          <p:cNvPr id="3" name="object 3"/>
          <p:cNvGrpSpPr/>
          <p:nvPr/>
        </p:nvGrpSpPr>
        <p:grpSpPr>
          <a:xfrm>
            <a:off x="1027165" y="1416640"/>
            <a:ext cx="16230600" cy="6735935"/>
            <a:chOff x="838200" y="2522536"/>
            <a:chExt cx="16230600" cy="6735935"/>
          </a:xfrm>
        </p:grpSpPr>
        <p:sp>
          <p:nvSpPr>
            <p:cNvPr id="4" name="object 4"/>
            <p:cNvSpPr/>
            <p:nvPr/>
          </p:nvSpPr>
          <p:spPr>
            <a:xfrm>
              <a:off x="838200" y="2522536"/>
              <a:ext cx="16230600" cy="3104515"/>
            </a:xfrm>
            <a:custGeom>
              <a:avLst/>
              <a:gdLst/>
              <a:ahLst/>
              <a:cxnLst/>
              <a:rect l="l" t="t" r="r" b="b"/>
              <a:pathLst>
                <a:path w="16230600" h="3104515">
                  <a:moveTo>
                    <a:pt x="16230598" y="3104135"/>
                  </a:moveTo>
                  <a:lnTo>
                    <a:pt x="0" y="3104135"/>
                  </a:lnTo>
                  <a:lnTo>
                    <a:pt x="0" y="0"/>
                  </a:lnTo>
                  <a:lnTo>
                    <a:pt x="16230598" y="0"/>
                  </a:lnTo>
                  <a:lnTo>
                    <a:pt x="16230598" y="3104135"/>
                  </a:lnTo>
                  <a:close/>
                </a:path>
              </a:pathLst>
            </a:custGeom>
            <a:solidFill>
              <a:srgbClr val="583C8F"/>
            </a:solidFill>
          </p:spPr>
          <p:txBody>
            <a:bodyPr wrap="square" lIns="0" tIns="0" rIns="0" bIns="0" rtlCol="0"/>
            <a:lstStyle/>
            <a:p>
              <a:endParaRPr dirty="0"/>
            </a:p>
          </p:txBody>
        </p:sp>
        <p:sp>
          <p:nvSpPr>
            <p:cNvPr id="6" name="object 6"/>
            <p:cNvSpPr/>
            <p:nvPr/>
          </p:nvSpPr>
          <p:spPr>
            <a:xfrm>
              <a:off x="1989452" y="5183676"/>
              <a:ext cx="3945254" cy="4074795"/>
            </a:xfrm>
            <a:custGeom>
              <a:avLst/>
              <a:gdLst/>
              <a:ahLst/>
              <a:cxnLst/>
              <a:rect l="l" t="t" r="r" b="b"/>
              <a:pathLst>
                <a:path w="3945254" h="4074795">
                  <a:moveTo>
                    <a:pt x="3242181" y="4074622"/>
                  </a:moveTo>
                  <a:lnTo>
                    <a:pt x="703038" y="4074622"/>
                  </a:lnTo>
                  <a:lnTo>
                    <a:pt x="655002" y="4072997"/>
                  </a:lnTo>
                  <a:lnTo>
                    <a:pt x="607820" y="4068189"/>
                  </a:lnTo>
                  <a:lnTo>
                    <a:pt x="561597" y="4060305"/>
                  </a:lnTo>
                  <a:lnTo>
                    <a:pt x="516440" y="4049450"/>
                  </a:lnTo>
                  <a:lnTo>
                    <a:pt x="472454" y="4035732"/>
                  </a:lnTo>
                  <a:lnTo>
                    <a:pt x="429745" y="4019254"/>
                  </a:lnTo>
                  <a:lnTo>
                    <a:pt x="388419" y="4000124"/>
                  </a:lnTo>
                  <a:lnTo>
                    <a:pt x="348582" y="3978447"/>
                  </a:lnTo>
                  <a:lnTo>
                    <a:pt x="310339" y="3954329"/>
                  </a:lnTo>
                  <a:lnTo>
                    <a:pt x="273796" y="3927876"/>
                  </a:lnTo>
                  <a:lnTo>
                    <a:pt x="239060" y="3899193"/>
                  </a:lnTo>
                  <a:lnTo>
                    <a:pt x="206236" y="3868386"/>
                  </a:lnTo>
                  <a:lnTo>
                    <a:pt x="175429" y="3835562"/>
                  </a:lnTo>
                  <a:lnTo>
                    <a:pt x="146633" y="3800669"/>
                  </a:lnTo>
                  <a:lnTo>
                    <a:pt x="120293" y="3764283"/>
                  </a:lnTo>
                  <a:lnTo>
                    <a:pt x="96175" y="3726040"/>
                  </a:lnTo>
                  <a:lnTo>
                    <a:pt x="74498" y="3686203"/>
                  </a:lnTo>
                  <a:lnTo>
                    <a:pt x="55368" y="3644877"/>
                  </a:lnTo>
                  <a:lnTo>
                    <a:pt x="38891" y="3602168"/>
                  </a:lnTo>
                  <a:lnTo>
                    <a:pt x="25172" y="3558182"/>
                  </a:lnTo>
                  <a:lnTo>
                    <a:pt x="14318" y="3513025"/>
                  </a:lnTo>
                  <a:lnTo>
                    <a:pt x="6434" y="3466802"/>
                  </a:lnTo>
                  <a:lnTo>
                    <a:pt x="1626" y="3419620"/>
                  </a:lnTo>
                  <a:lnTo>
                    <a:pt x="0" y="3371584"/>
                  </a:lnTo>
                  <a:lnTo>
                    <a:pt x="0" y="703038"/>
                  </a:lnTo>
                  <a:lnTo>
                    <a:pt x="1610" y="655466"/>
                  </a:lnTo>
                  <a:lnTo>
                    <a:pt x="1626" y="655002"/>
                  </a:lnTo>
                  <a:lnTo>
                    <a:pt x="6326" y="608879"/>
                  </a:lnTo>
                  <a:lnTo>
                    <a:pt x="14318" y="561597"/>
                  </a:lnTo>
                  <a:lnTo>
                    <a:pt x="25172" y="516440"/>
                  </a:lnTo>
                  <a:lnTo>
                    <a:pt x="38891" y="472454"/>
                  </a:lnTo>
                  <a:lnTo>
                    <a:pt x="55368" y="429745"/>
                  </a:lnTo>
                  <a:lnTo>
                    <a:pt x="74498" y="388419"/>
                  </a:lnTo>
                  <a:lnTo>
                    <a:pt x="96175" y="348582"/>
                  </a:lnTo>
                  <a:lnTo>
                    <a:pt x="120293" y="310339"/>
                  </a:lnTo>
                  <a:lnTo>
                    <a:pt x="146747" y="273796"/>
                  </a:lnTo>
                  <a:lnTo>
                    <a:pt x="175429" y="239060"/>
                  </a:lnTo>
                  <a:lnTo>
                    <a:pt x="206236" y="206236"/>
                  </a:lnTo>
                  <a:lnTo>
                    <a:pt x="239060" y="175429"/>
                  </a:lnTo>
                  <a:lnTo>
                    <a:pt x="273796" y="146747"/>
                  </a:lnTo>
                  <a:lnTo>
                    <a:pt x="310339" y="120293"/>
                  </a:lnTo>
                  <a:lnTo>
                    <a:pt x="348582" y="96175"/>
                  </a:lnTo>
                  <a:lnTo>
                    <a:pt x="388419" y="74498"/>
                  </a:lnTo>
                  <a:lnTo>
                    <a:pt x="429745" y="55368"/>
                  </a:lnTo>
                  <a:lnTo>
                    <a:pt x="472454" y="38891"/>
                  </a:lnTo>
                  <a:lnTo>
                    <a:pt x="516440" y="25172"/>
                  </a:lnTo>
                  <a:lnTo>
                    <a:pt x="561597" y="14318"/>
                  </a:lnTo>
                  <a:lnTo>
                    <a:pt x="607820" y="6434"/>
                  </a:lnTo>
                  <a:lnTo>
                    <a:pt x="655002" y="1626"/>
                  </a:lnTo>
                  <a:lnTo>
                    <a:pt x="703038" y="0"/>
                  </a:lnTo>
                  <a:lnTo>
                    <a:pt x="3242181" y="0"/>
                  </a:lnTo>
                  <a:lnTo>
                    <a:pt x="3290217" y="1626"/>
                  </a:lnTo>
                  <a:lnTo>
                    <a:pt x="3337399" y="6434"/>
                  </a:lnTo>
                  <a:lnTo>
                    <a:pt x="3383622" y="14318"/>
                  </a:lnTo>
                  <a:lnTo>
                    <a:pt x="3428779" y="25172"/>
                  </a:lnTo>
                  <a:lnTo>
                    <a:pt x="3472765" y="38891"/>
                  </a:lnTo>
                  <a:lnTo>
                    <a:pt x="3515474" y="55368"/>
                  </a:lnTo>
                  <a:lnTo>
                    <a:pt x="3556800" y="74498"/>
                  </a:lnTo>
                  <a:lnTo>
                    <a:pt x="3590998" y="93107"/>
                  </a:lnTo>
                  <a:lnTo>
                    <a:pt x="703038" y="93107"/>
                  </a:lnTo>
                  <a:lnTo>
                    <a:pt x="655466" y="94947"/>
                  </a:lnTo>
                  <a:lnTo>
                    <a:pt x="608879" y="100375"/>
                  </a:lnTo>
                  <a:lnTo>
                    <a:pt x="563414" y="109254"/>
                  </a:lnTo>
                  <a:lnTo>
                    <a:pt x="519208" y="121447"/>
                  </a:lnTo>
                  <a:lnTo>
                    <a:pt x="476398" y="136817"/>
                  </a:lnTo>
                  <a:lnTo>
                    <a:pt x="435122" y="155227"/>
                  </a:lnTo>
                  <a:lnTo>
                    <a:pt x="395515" y="176541"/>
                  </a:lnTo>
                  <a:lnTo>
                    <a:pt x="357716" y="200621"/>
                  </a:lnTo>
                  <a:lnTo>
                    <a:pt x="321860" y="227329"/>
                  </a:lnTo>
                  <a:lnTo>
                    <a:pt x="288086" y="256530"/>
                  </a:lnTo>
                  <a:lnTo>
                    <a:pt x="256530" y="288086"/>
                  </a:lnTo>
                  <a:lnTo>
                    <a:pt x="227329" y="321861"/>
                  </a:lnTo>
                  <a:lnTo>
                    <a:pt x="200621" y="357716"/>
                  </a:lnTo>
                  <a:lnTo>
                    <a:pt x="176541" y="395515"/>
                  </a:lnTo>
                  <a:lnTo>
                    <a:pt x="155227" y="435122"/>
                  </a:lnTo>
                  <a:lnTo>
                    <a:pt x="136817" y="476398"/>
                  </a:lnTo>
                  <a:lnTo>
                    <a:pt x="121447" y="519208"/>
                  </a:lnTo>
                  <a:lnTo>
                    <a:pt x="109253" y="563414"/>
                  </a:lnTo>
                  <a:lnTo>
                    <a:pt x="100374" y="608879"/>
                  </a:lnTo>
                  <a:lnTo>
                    <a:pt x="95001" y="655002"/>
                  </a:lnTo>
                  <a:lnTo>
                    <a:pt x="93107" y="703038"/>
                  </a:lnTo>
                  <a:lnTo>
                    <a:pt x="93137" y="3371584"/>
                  </a:lnTo>
                  <a:lnTo>
                    <a:pt x="94947" y="3418367"/>
                  </a:lnTo>
                  <a:lnTo>
                    <a:pt x="100374" y="3464954"/>
                  </a:lnTo>
                  <a:lnTo>
                    <a:pt x="109253" y="3510419"/>
                  </a:lnTo>
                  <a:lnTo>
                    <a:pt x="121447" y="3554625"/>
                  </a:lnTo>
                  <a:lnTo>
                    <a:pt x="136817" y="3597435"/>
                  </a:lnTo>
                  <a:lnTo>
                    <a:pt x="155227" y="3638712"/>
                  </a:lnTo>
                  <a:lnTo>
                    <a:pt x="176541" y="3678318"/>
                  </a:lnTo>
                  <a:lnTo>
                    <a:pt x="200621" y="3716117"/>
                  </a:lnTo>
                  <a:lnTo>
                    <a:pt x="227329" y="3751973"/>
                  </a:lnTo>
                  <a:lnTo>
                    <a:pt x="256530" y="3785747"/>
                  </a:lnTo>
                  <a:lnTo>
                    <a:pt x="288086" y="3817303"/>
                  </a:lnTo>
                  <a:lnTo>
                    <a:pt x="321860" y="3846504"/>
                  </a:lnTo>
                  <a:lnTo>
                    <a:pt x="357716" y="3873213"/>
                  </a:lnTo>
                  <a:lnTo>
                    <a:pt x="395515" y="3897293"/>
                  </a:lnTo>
                  <a:lnTo>
                    <a:pt x="435122" y="3918606"/>
                  </a:lnTo>
                  <a:lnTo>
                    <a:pt x="476398" y="3937017"/>
                  </a:lnTo>
                  <a:lnTo>
                    <a:pt x="519208" y="3952387"/>
                  </a:lnTo>
                  <a:lnTo>
                    <a:pt x="563414" y="3964580"/>
                  </a:lnTo>
                  <a:lnTo>
                    <a:pt x="608879" y="3973459"/>
                  </a:lnTo>
                  <a:lnTo>
                    <a:pt x="655466" y="3978887"/>
                  </a:lnTo>
                  <a:lnTo>
                    <a:pt x="703038" y="3980727"/>
                  </a:lnTo>
                  <a:lnTo>
                    <a:pt x="3592396" y="3980727"/>
                  </a:lnTo>
                  <a:lnTo>
                    <a:pt x="3556758" y="4000124"/>
                  </a:lnTo>
                  <a:lnTo>
                    <a:pt x="3515442" y="4019254"/>
                  </a:lnTo>
                  <a:lnTo>
                    <a:pt x="3472742" y="4035732"/>
                  </a:lnTo>
                  <a:lnTo>
                    <a:pt x="3428764" y="4049450"/>
                  </a:lnTo>
                  <a:lnTo>
                    <a:pt x="3383613" y="4060305"/>
                  </a:lnTo>
                  <a:lnTo>
                    <a:pt x="3337395" y="4068189"/>
                  </a:lnTo>
                  <a:lnTo>
                    <a:pt x="3290215" y="4072997"/>
                  </a:lnTo>
                  <a:lnTo>
                    <a:pt x="3242181" y="4074622"/>
                  </a:lnTo>
                  <a:close/>
                </a:path>
                <a:path w="3945254" h="4074795">
                  <a:moveTo>
                    <a:pt x="3592396" y="3980727"/>
                  </a:moveTo>
                  <a:lnTo>
                    <a:pt x="3242181" y="3980727"/>
                  </a:lnTo>
                  <a:lnTo>
                    <a:pt x="3289753" y="3978887"/>
                  </a:lnTo>
                  <a:lnTo>
                    <a:pt x="3336340" y="3973459"/>
                  </a:lnTo>
                  <a:lnTo>
                    <a:pt x="3381805" y="3964580"/>
                  </a:lnTo>
                  <a:lnTo>
                    <a:pt x="3426011" y="3952387"/>
                  </a:lnTo>
                  <a:lnTo>
                    <a:pt x="3468821" y="3937017"/>
                  </a:lnTo>
                  <a:lnTo>
                    <a:pt x="3510097" y="3918606"/>
                  </a:lnTo>
                  <a:lnTo>
                    <a:pt x="3549704" y="3897293"/>
                  </a:lnTo>
                  <a:lnTo>
                    <a:pt x="3587503" y="3873213"/>
                  </a:lnTo>
                  <a:lnTo>
                    <a:pt x="3623359" y="3846504"/>
                  </a:lnTo>
                  <a:lnTo>
                    <a:pt x="3657133" y="3817303"/>
                  </a:lnTo>
                  <a:lnTo>
                    <a:pt x="3688689" y="3785747"/>
                  </a:lnTo>
                  <a:lnTo>
                    <a:pt x="3717890" y="3751973"/>
                  </a:lnTo>
                  <a:lnTo>
                    <a:pt x="3744599" y="3716117"/>
                  </a:lnTo>
                  <a:lnTo>
                    <a:pt x="3768678" y="3678318"/>
                  </a:lnTo>
                  <a:lnTo>
                    <a:pt x="3789992" y="3638712"/>
                  </a:lnTo>
                  <a:lnTo>
                    <a:pt x="3808402" y="3597435"/>
                  </a:lnTo>
                  <a:lnTo>
                    <a:pt x="3823773" y="3554625"/>
                  </a:lnTo>
                  <a:lnTo>
                    <a:pt x="3835966" y="3510419"/>
                  </a:lnTo>
                  <a:lnTo>
                    <a:pt x="3844845" y="3464954"/>
                  </a:lnTo>
                  <a:lnTo>
                    <a:pt x="3850273" y="3418367"/>
                  </a:lnTo>
                  <a:lnTo>
                    <a:pt x="3852082" y="3371584"/>
                  </a:lnTo>
                  <a:lnTo>
                    <a:pt x="3852112" y="703038"/>
                  </a:lnTo>
                  <a:lnTo>
                    <a:pt x="3850273" y="655466"/>
                  </a:lnTo>
                  <a:lnTo>
                    <a:pt x="3844845" y="608879"/>
                  </a:lnTo>
                  <a:lnTo>
                    <a:pt x="3835966" y="563414"/>
                  </a:lnTo>
                  <a:lnTo>
                    <a:pt x="3823773" y="519208"/>
                  </a:lnTo>
                  <a:lnTo>
                    <a:pt x="3808402" y="476398"/>
                  </a:lnTo>
                  <a:lnTo>
                    <a:pt x="3789992" y="435122"/>
                  </a:lnTo>
                  <a:lnTo>
                    <a:pt x="3768678" y="395515"/>
                  </a:lnTo>
                  <a:lnTo>
                    <a:pt x="3744599" y="357716"/>
                  </a:lnTo>
                  <a:lnTo>
                    <a:pt x="3717890" y="321861"/>
                  </a:lnTo>
                  <a:lnTo>
                    <a:pt x="3688689" y="288086"/>
                  </a:lnTo>
                  <a:lnTo>
                    <a:pt x="3657133" y="256530"/>
                  </a:lnTo>
                  <a:lnTo>
                    <a:pt x="3623359" y="227329"/>
                  </a:lnTo>
                  <a:lnTo>
                    <a:pt x="3587503" y="200621"/>
                  </a:lnTo>
                  <a:lnTo>
                    <a:pt x="3549704" y="176541"/>
                  </a:lnTo>
                  <a:lnTo>
                    <a:pt x="3510097" y="155227"/>
                  </a:lnTo>
                  <a:lnTo>
                    <a:pt x="3468821" y="136817"/>
                  </a:lnTo>
                  <a:lnTo>
                    <a:pt x="3426011" y="121447"/>
                  </a:lnTo>
                  <a:lnTo>
                    <a:pt x="3381805" y="109254"/>
                  </a:lnTo>
                  <a:lnTo>
                    <a:pt x="3336340" y="100375"/>
                  </a:lnTo>
                  <a:lnTo>
                    <a:pt x="3289753" y="94947"/>
                  </a:lnTo>
                  <a:lnTo>
                    <a:pt x="3242181" y="93107"/>
                  </a:lnTo>
                  <a:lnTo>
                    <a:pt x="3590998" y="93107"/>
                  </a:lnTo>
                  <a:lnTo>
                    <a:pt x="3634880" y="120293"/>
                  </a:lnTo>
                  <a:lnTo>
                    <a:pt x="3671423" y="146747"/>
                  </a:lnTo>
                  <a:lnTo>
                    <a:pt x="3706159" y="175429"/>
                  </a:lnTo>
                  <a:lnTo>
                    <a:pt x="3738983" y="206236"/>
                  </a:lnTo>
                  <a:lnTo>
                    <a:pt x="3769790" y="239060"/>
                  </a:lnTo>
                  <a:lnTo>
                    <a:pt x="3798472" y="273796"/>
                  </a:lnTo>
                  <a:lnTo>
                    <a:pt x="3824926" y="310339"/>
                  </a:lnTo>
                  <a:lnTo>
                    <a:pt x="3849044" y="348582"/>
                  </a:lnTo>
                  <a:lnTo>
                    <a:pt x="3870721" y="388419"/>
                  </a:lnTo>
                  <a:lnTo>
                    <a:pt x="3889851" y="429745"/>
                  </a:lnTo>
                  <a:lnTo>
                    <a:pt x="3906328" y="472454"/>
                  </a:lnTo>
                  <a:lnTo>
                    <a:pt x="3920047" y="516440"/>
                  </a:lnTo>
                  <a:lnTo>
                    <a:pt x="3930901" y="561597"/>
                  </a:lnTo>
                  <a:lnTo>
                    <a:pt x="3938785" y="607819"/>
                  </a:lnTo>
                  <a:lnTo>
                    <a:pt x="3943593" y="655002"/>
                  </a:lnTo>
                  <a:lnTo>
                    <a:pt x="3945220" y="703038"/>
                  </a:lnTo>
                  <a:lnTo>
                    <a:pt x="3945193" y="3371584"/>
                  </a:lnTo>
                  <a:lnTo>
                    <a:pt x="3943612" y="3418367"/>
                  </a:lnTo>
                  <a:lnTo>
                    <a:pt x="3938912" y="3464954"/>
                  </a:lnTo>
                  <a:lnTo>
                    <a:pt x="3930901" y="3512497"/>
                  </a:lnTo>
                  <a:lnTo>
                    <a:pt x="3920047" y="3557726"/>
                  </a:lnTo>
                  <a:lnTo>
                    <a:pt x="3906328" y="3601777"/>
                  </a:lnTo>
                  <a:lnTo>
                    <a:pt x="3889851" y="3644544"/>
                  </a:lnTo>
                  <a:lnTo>
                    <a:pt x="3870721" y="3685923"/>
                  </a:lnTo>
                  <a:lnTo>
                    <a:pt x="3849044" y="3725807"/>
                  </a:lnTo>
                  <a:lnTo>
                    <a:pt x="3824926" y="3764091"/>
                  </a:lnTo>
                  <a:lnTo>
                    <a:pt x="3798472" y="3800669"/>
                  </a:lnTo>
                  <a:lnTo>
                    <a:pt x="3769672" y="3835562"/>
                  </a:lnTo>
                  <a:lnTo>
                    <a:pt x="3738878" y="3868386"/>
                  </a:lnTo>
                  <a:lnTo>
                    <a:pt x="3706067" y="3899193"/>
                  </a:lnTo>
                  <a:lnTo>
                    <a:pt x="3671344" y="3927876"/>
                  </a:lnTo>
                  <a:lnTo>
                    <a:pt x="3634814" y="3954329"/>
                  </a:lnTo>
                  <a:lnTo>
                    <a:pt x="3596584" y="3978447"/>
                  </a:lnTo>
                  <a:lnTo>
                    <a:pt x="3592396" y="3980727"/>
                  </a:lnTo>
                  <a:close/>
                </a:path>
              </a:pathLst>
            </a:custGeom>
            <a:solidFill>
              <a:schemeClr val="bg2">
                <a:lumMod val="90000"/>
              </a:schemeClr>
            </a:solidFill>
          </p:spPr>
          <p:txBody>
            <a:bodyPr wrap="square" lIns="0" tIns="0" rIns="0" bIns="0" rtlCol="0"/>
            <a:lstStyle/>
            <a:p>
              <a:endParaRPr/>
            </a:p>
          </p:txBody>
        </p:sp>
        <p:pic>
          <p:nvPicPr>
            <p:cNvPr id="7" name="object 7"/>
            <p:cNvPicPr/>
            <p:nvPr/>
          </p:nvPicPr>
          <p:blipFill>
            <a:blip r:embed="rId3">
              <a:extLst>
                <a:ext uri="{28A0092B-C50C-407E-A947-70E740481C1C}">
                  <a14:useLocalDpi xmlns:a14="http://schemas.microsoft.com/office/drawing/2010/main" val="0"/>
                </a:ext>
              </a:extLst>
            </a:blip>
            <a:srcRect/>
            <a:stretch/>
          </p:blipFill>
          <p:spPr>
            <a:xfrm>
              <a:off x="7286293" y="6209894"/>
              <a:ext cx="3852112" cy="2022358"/>
            </a:xfrm>
            <a:prstGeom prst="rect">
              <a:avLst/>
            </a:prstGeom>
          </p:spPr>
        </p:pic>
        <p:sp>
          <p:nvSpPr>
            <p:cNvPr id="8" name="object 8"/>
            <p:cNvSpPr/>
            <p:nvPr/>
          </p:nvSpPr>
          <p:spPr>
            <a:xfrm>
              <a:off x="7120622" y="5183676"/>
              <a:ext cx="3945254" cy="4074795"/>
            </a:xfrm>
            <a:custGeom>
              <a:avLst/>
              <a:gdLst/>
              <a:ahLst/>
              <a:cxnLst/>
              <a:rect l="l" t="t" r="r" b="b"/>
              <a:pathLst>
                <a:path w="3945254" h="4074795">
                  <a:moveTo>
                    <a:pt x="3242182" y="4074622"/>
                  </a:moveTo>
                  <a:lnTo>
                    <a:pt x="703038" y="4074622"/>
                  </a:lnTo>
                  <a:lnTo>
                    <a:pt x="655002" y="4072996"/>
                  </a:lnTo>
                  <a:lnTo>
                    <a:pt x="607819" y="4068188"/>
                  </a:lnTo>
                  <a:lnTo>
                    <a:pt x="561597" y="4060304"/>
                  </a:lnTo>
                  <a:lnTo>
                    <a:pt x="516440" y="4049450"/>
                  </a:lnTo>
                  <a:lnTo>
                    <a:pt x="472454" y="4035731"/>
                  </a:lnTo>
                  <a:lnTo>
                    <a:pt x="429745" y="4019254"/>
                  </a:lnTo>
                  <a:lnTo>
                    <a:pt x="388419" y="4000124"/>
                  </a:lnTo>
                  <a:lnTo>
                    <a:pt x="348582" y="3978447"/>
                  </a:lnTo>
                  <a:lnTo>
                    <a:pt x="310339" y="3954329"/>
                  </a:lnTo>
                  <a:lnTo>
                    <a:pt x="273796" y="3927876"/>
                  </a:lnTo>
                  <a:lnTo>
                    <a:pt x="239060" y="3899193"/>
                  </a:lnTo>
                  <a:lnTo>
                    <a:pt x="206236" y="3868386"/>
                  </a:lnTo>
                  <a:lnTo>
                    <a:pt x="175429" y="3835562"/>
                  </a:lnTo>
                  <a:lnTo>
                    <a:pt x="146633" y="3800669"/>
                  </a:lnTo>
                  <a:lnTo>
                    <a:pt x="120293" y="3764283"/>
                  </a:lnTo>
                  <a:lnTo>
                    <a:pt x="96175" y="3726041"/>
                  </a:lnTo>
                  <a:lnTo>
                    <a:pt x="74498" y="3686203"/>
                  </a:lnTo>
                  <a:lnTo>
                    <a:pt x="55368" y="3644877"/>
                  </a:lnTo>
                  <a:lnTo>
                    <a:pt x="38891" y="3602168"/>
                  </a:lnTo>
                  <a:lnTo>
                    <a:pt x="25172" y="3558183"/>
                  </a:lnTo>
                  <a:lnTo>
                    <a:pt x="14318" y="3513025"/>
                  </a:lnTo>
                  <a:lnTo>
                    <a:pt x="6434" y="3466803"/>
                  </a:lnTo>
                  <a:lnTo>
                    <a:pt x="1626" y="3419621"/>
                  </a:lnTo>
                  <a:lnTo>
                    <a:pt x="0" y="3371585"/>
                  </a:lnTo>
                  <a:lnTo>
                    <a:pt x="0" y="703038"/>
                  </a:lnTo>
                  <a:lnTo>
                    <a:pt x="1610" y="655466"/>
                  </a:lnTo>
                  <a:lnTo>
                    <a:pt x="1626" y="655002"/>
                  </a:lnTo>
                  <a:lnTo>
                    <a:pt x="6326" y="608879"/>
                  </a:lnTo>
                  <a:lnTo>
                    <a:pt x="6434" y="607819"/>
                  </a:lnTo>
                  <a:lnTo>
                    <a:pt x="14318" y="561597"/>
                  </a:lnTo>
                  <a:lnTo>
                    <a:pt x="25172" y="516440"/>
                  </a:lnTo>
                  <a:lnTo>
                    <a:pt x="38891" y="472454"/>
                  </a:lnTo>
                  <a:lnTo>
                    <a:pt x="55368" y="429745"/>
                  </a:lnTo>
                  <a:lnTo>
                    <a:pt x="74498" y="388419"/>
                  </a:lnTo>
                  <a:lnTo>
                    <a:pt x="96175" y="348582"/>
                  </a:lnTo>
                  <a:lnTo>
                    <a:pt x="120293" y="310339"/>
                  </a:lnTo>
                  <a:lnTo>
                    <a:pt x="146747" y="273796"/>
                  </a:lnTo>
                  <a:lnTo>
                    <a:pt x="175429" y="239060"/>
                  </a:lnTo>
                  <a:lnTo>
                    <a:pt x="206236" y="206236"/>
                  </a:lnTo>
                  <a:lnTo>
                    <a:pt x="239060" y="175430"/>
                  </a:lnTo>
                  <a:lnTo>
                    <a:pt x="273796" y="146747"/>
                  </a:lnTo>
                  <a:lnTo>
                    <a:pt x="310339" y="120293"/>
                  </a:lnTo>
                  <a:lnTo>
                    <a:pt x="348582" y="96175"/>
                  </a:lnTo>
                  <a:lnTo>
                    <a:pt x="388419" y="74498"/>
                  </a:lnTo>
                  <a:lnTo>
                    <a:pt x="429745" y="55368"/>
                  </a:lnTo>
                  <a:lnTo>
                    <a:pt x="472454" y="38891"/>
                  </a:lnTo>
                  <a:lnTo>
                    <a:pt x="516440" y="25172"/>
                  </a:lnTo>
                  <a:lnTo>
                    <a:pt x="561597" y="14318"/>
                  </a:lnTo>
                  <a:lnTo>
                    <a:pt x="607819" y="6434"/>
                  </a:lnTo>
                  <a:lnTo>
                    <a:pt x="655002" y="1626"/>
                  </a:lnTo>
                  <a:lnTo>
                    <a:pt x="703038" y="0"/>
                  </a:lnTo>
                  <a:lnTo>
                    <a:pt x="3242182" y="0"/>
                  </a:lnTo>
                  <a:lnTo>
                    <a:pt x="3290217" y="1626"/>
                  </a:lnTo>
                  <a:lnTo>
                    <a:pt x="3337400" y="6434"/>
                  </a:lnTo>
                  <a:lnTo>
                    <a:pt x="3383622" y="14318"/>
                  </a:lnTo>
                  <a:lnTo>
                    <a:pt x="3428779" y="25172"/>
                  </a:lnTo>
                  <a:lnTo>
                    <a:pt x="3472765" y="38891"/>
                  </a:lnTo>
                  <a:lnTo>
                    <a:pt x="3515474" y="55368"/>
                  </a:lnTo>
                  <a:lnTo>
                    <a:pt x="3556800" y="74498"/>
                  </a:lnTo>
                  <a:lnTo>
                    <a:pt x="3590999" y="93107"/>
                  </a:lnTo>
                  <a:lnTo>
                    <a:pt x="703038" y="93107"/>
                  </a:lnTo>
                  <a:lnTo>
                    <a:pt x="655465" y="94947"/>
                  </a:lnTo>
                  <a:lnTo>
                    <a:pt x="608878" y="100374"/>
                  </a:lnTo>
                  <a:lnTo>
                    <a:pt x="563414" y="109254"/>
                  </a:lnTo>
                  <a:lnTo>
                    <a:pt x="519208" y="121447"/>
                  </a:lnTo>
                  <a:lnTo>
                    <a:pt x="476398" y="136817"/>
                  </a:lnTo>
                  <a:lnTo>
                    <a:pt x="435122" y="155227"/>
                  </a:lnTo>
                  <a:lnTo>
                    <a:pt x="395515" y="176541"/>
                  </a:lnTo>
                  <a:lnTo>
                    <a:pt x="357716" y="200621"/>
                  </a:lnTo>
                  <a:lnTo>
                    <a:pt x="321860" y="227329"/>
                  </a:lnTo>
                  <a:lnTo>
                    <a:pt x="288086" y="256530"/>
                  </a:lnTo>
                  <a:lnTo>
                    <a:pt x="256530" y="288086"/>
                  </a:lnTo>
                  <a:lnTo>
                    <a:pt x="227329" y="321861"/>
                  </a:lnTo>
                  <a:lnTo>
                    <a:pt x="200620" y="357716"/>
                  </a:lnTo>
                  <a:lnTo>
                    <a:pt x="176541" y="395515"/>
                  </a:lnTo>
                  <a:lnTo>
                    <a:pt x="155227" y="435122"/>
                  </a:lnTo>
                  <a:lnTo>
                    <a:pt x="136817" y="476398"/>
                  </a:lnTo>
                  <a:lnTo>
                    <a:pt x="121446" y="519208"/>
                  </a:lnTo>
                  <a:lnTo>
                    <a:pt x="109253" y="563414"/>
                  </a:lnTo>
                  <a:lnTo>
                    <a:pt x="100374" y="608879"/>
                  </a:lnTo>
                  <a:lnTo>
                    <a:pt x="95000" y="655002"/>
                  </a:lnTo>
                  <a:lnTo>
                    <a:pt x="93106" y="703038"/>
                  </a:lnTo>
                  <a:lnTo>
                    <a:pt x="93137" y="3371585"/>
                  </a:lnTo>
                  <a:lnTo>
                    <a:pt x="94946" y="3418368"/>
                  </a:lnTo>
                  <a:lnTo>
                    <a:pt x="100374" y="3464955"/>
                  </a:lnTo>
                  <a:lnTo>
                    <a:pt x="109253" y="3510420"/>
                  </a:lnTo>
                  <a:lnTo>
                    <a:pt x="121446" y="3554626"/>
                  </a:lnTo>
                  <a:lnTo>
                    <a:pt x="136817" y="3597435"/>
                  </a:lnTo>
                  <a:lnTo>
                    <a:pt x="155227" y="3638712"/>
                  </a:lnTo>
                  <a:lnTo>
                    <a:pt x="176541" y="3678318"/>
                  </a:lnTo>
                  <a:lnTo>
                    <a:pt x="200620" y="3716118"/>
                  </a:lnTo>
                  <a:lnTo>
                    <a:pt x="227329" y="3751973"/>
                  </a:lnTo>
                  <a:lnTo>
                    <a:pt x="256530" y="3785747"/>
                  </a:lnTo>
                  <a:lnTo>
                    <a:pt x="288086" y="3817303"/>
                  </a:lnTo>
                  <a:lnTo>
                    <a:pt x="321860" y="3846504"/>
                  </a:lnTo>
                  <a:lnTo>
                    <a:pt x="357716" y="3873213"/>
                  </a:lnTo>
                  <a:lnTo>
                    <a:pt x="395515" y="3897292"/>
                  </a:lnTo>
                  <a:lnTo>
                    <a:pt x="435122" y="3918606"/>
                  </a:lnTo>
                  <a:lnTo>
                    <a:pt x="476398" y="3937016"/>
                  </a:lnTo>
                  <a:lnTo>
                    <a:pt x="519208" y="3952387"/>
                  </a:lnTo>
                  <a:lnTo>
                    <a:pt x="563414" y="3964580"/>
                  </a:lnTo>
                  <a:lnTo>
                    <a:pt x="608878" y="3973459"/>
                  </a:lnTo>
                  <a:lnTo>
                    <a:pt x="655465" y="3978887"/>
                  </a:lnTo>
                  <a:lnTo>
                    <a:pt x="703038" y="3980726"/>
                  </a:lnTo>
                  <a:lnTo>
                    <a:pt x="3592397" y="3980726"/>
                  </a:lnTo>
                  <a:lnTo>
                    <a:pt x="3556758" y="4000124"/>
                  </a:lnTo>
                  <a:lnTo>
                    <a:pt x="3515442" y="4019254"/>
                  </a:lnTo>
                  <a:lnTo>
                    <a:pt x="3472743" y="4035731"/>
                  </a:lnTo>
                  <a:lnTo>
                    <a:pt x="3428764" y="4049450"/>
                  </a:lnTo>
                  <a:lnTo>
                    <a:pt x="3383613" y="4060304"/>
                  </a:lnTo>
                  <a:lnTo>
                    <a:pt x="3337395" y="4068188"/>
                  </a:lnTo>
                  <a:lnTo>
                    <a:pt x="3290216" y="4072996"/>
                  </a:lnTo>
                  <a:lnTo>
                    <a:pt x="3242182" y="4074622"/>
                  </a:lnTo>
                  <a:close/>
                </a:path>
                <a:path w="3945254" h="4074795">
                  <a:moveTo>
                    <a:pt x="3592397" y="3980726"/>
                  </a:moveTo>
                  <a:lnTo>
                    <a:pt x="3242182" y="3980726"/>
                  </a:lnTo>
                  <a:lnTo>
                    <a:pt x="3289754" y="3978887"/>
                  </a:lnTo>
                  <a:lnTo>
                    <a:pt x="3336341" y="3973459"/>
                  </a:lnTo>
                  <a:lnTo>
                    <a:pt x="3381806" y="3964580"/>
                  </a:lnTo>
                  <a:lnTo>
                    <a:pt x="3426011" y="3952387"/>
                  </a:lnTo>
                  <a:lnTo>
                    <a:pt x="3468821" y="3937016"/>
                  </a:lnTo>
                  <a:lnTo>
                    <a:pt x="3510098" y="3918606"/>
                  </a:lnTo>
                  <a:lnTo>
                    <a:pt x="3549704" y="3897292"/>
                  </a:lnTo>
                  <a:lnTo>
                    <a:pt x="3587503" y="3873213"/>
                  </a:lnTo>
                  <a:lnTo>
                    <a:pt x="3623359" y="3846504"/>
                  </a:lnTo>
                  <a:lnTo>
                    <a:pt x="3657133" y="3817303"/>
                  </a:lnTo>
                  <a:lnTo>
                    <a:pt x="3688689" y="3785747"/>
                  </a:lnTo>
                  <a:lnTo>
                    <a:pt x="3717890" y="3751973"/>
                  </a:lnTo>
                  <a:lnTo>
                    <a:pt x="3744598" y="3716118"/>
                  </a:lnTo>
                  <a:lnTo>
                    <a:pt x="3768678" y="3678318"/>
                  </a:lnTo>
                  <a:lnTo>
                    <a:pt x="3789992" y="3638712"/>
                  </a:lnTo>
                  <a:lnTo>
                    <a:pt x="3808402" y="3597435"/>
                  </a:lnTo>
                  <a:lnTo>
                    <a:pt x="3823772" y="3554626"/>
                  </a:lnTo>
                  <a:lnTo>
                    <a:pt x="3835965" y="3510420"/>
                  </a:lnTo>
                  <a:lnTo>
                    <a:pt x="3844844" y="3464955"/>
                  </a:lnTo>
                  <a:lnTo>
                    <a:pt x="3850272" y="3418368"/>
                  </a:lnTo>
                  <a:lnTo>
                    <a:pt x="3852081" y="3371585"/>
                  </a:lnTo>
                  <a:lnTo>
                    <a:pt x="3852112" y="703038"/>
                  </a:lnTo>
                  <a:lnTo>
                    <a:pt x="3850272" y="655466"/>
                  </a:lnTo>
                  <a:lnTo>
                    <a:pt x="3844844" y="608879"/>
                  </a:lnTo>
                  <a:lnTo>
                    <a:pt x="3835965" y="563414"/>
                  </a:lnTo>
                  <a:lnTo>
                    <a:pt x="3823772" y="519208"/>
                  </a:lnTo>
                  <a:lnTo>
                    <a:pt x="3808402" y="476398"/>
                  </a:lnTo>
                  <a:lnTo>
                    <a:pt x="3789992" y="435122"/>
                  </a:lnTo>
                  <a:lnTo>
                    <a:pt x="3768678" y="395515"/>
                  </a:lnTo>
                  <a:lnTo>
                    <a:pt x="3744598" y="357716"/>
                  </a:lnTo>
                  <a:lnTo>
                    <a:pt x="3717890" y="321861"/>
                  </a:lnTo>
                  <a:lnTo>
                    <a:pt x="3688689" y="288086"/>
                  </a:lnTo>
                  <a:lnTo>
                    <a:pt x="3657133" y="256530"/>
                  </a:lnTo>
                  <a:lnTo>
                    <a:pt x="3623359" y="227329"/>
                  </a:lnTo>
                  <a:lnTo>
                    <a:pt x="3587503" y="200621"/>
                  </a:lnTo>
                  <a:lnTo>
                    <a:pt x="3549704" y="176541"/>
                  </a:lnTo>
                  <a:lnTo>
                    <a:pt x="3510098" y="155227"/>
                  </a:lnTo>
                  <a:lnTo>
                    <a:pt x="3468821" y="136817"/>
                  </a:lnTo>
                  <a:lnTo>
                    <a:pt x="3426011" y="121447"/>
                  </a:lnTo>
                  <a:lnTo>
                    <a:pt x="3381806" y="109254"/>
                  </a:lnTo>
                  <a:lnTo>
                    <a:pt x="3336341" y="100374"/>
                  </a:lnTo>
                  <a:lnTo>
                    <a:pt x="3289754" y="94947"/>
                  </a:lnTo>
                  <a:lnTo>
                    <a:pt x="3242182" y="93107"/>
                  </a:lnTo>
                  <a:lnTo>
                    <a:pt x="3590999" y="93107"/>
                  </a:lnTo>
                  <a:lnTo>
                    <a:pt x="3634880" y="120293"/>
                  </a:lnTo>
                  <a:lnTo>
                    <a:pt x="3671423" y="146747"/>
                  </a:lnTo>
                  <a:lnTo>
                    <a:pt x="3706159" y="175430"/>
                  </a:lnTo>
                  <a:lnTo>
                    <a:pt x="3738983" y="206236"/>
                  </a:lnTo>
                  <a:lnTo>
                    <a:pt x="3769790" y="239060"/>
                  </a:lnTo>
                  <a:lnTo>
                    <a:pt x="3798473" y="273796"/>
                  </a:lnTo>
                  <a:lnTo>
                    <a:pt x="3824926" y="310339"/>
                  </a:lnTo>
                  <a:lnTo>
                    <a:pt x="3849044" y="348582"/>
                  </a:lnTo>
                  <a:lnTo>
                    <a:pt x="3870721" y="388419"/>
                  </a:lnTo>
                  <a:lnTo>
                    <a:pt x="3889851" y="429745"/>
                  </a:lnTo>
                  <a:lnTo>
                    <a:pt x="3906328" y="472454"/>
                  </a:lnTo>
                  <a:lnTo>
                    <a:pt x="3920047" y="516440"/>
                  </a:lnTo>
                  <a:lnTo>
                    <a:pt x="3930901" y="561597"/>
                  </a:lnTo>
                  <a:lnTo>
                    <a:pt x="3938786" y="607819"/>
                  </a:lnTo>
                  <a:lnTo>
                    <a:pt x="3943594" y="655002"/>
                  </a:lnTo>
                  <a:lnTo>
                    <a:pt x="3945220" y="703038"/>
                  </a:lnTo>
                  <a:lnTo>
                    <a:pt x="3945193" y="3371585"/>
                  </a:lnTo>
                  <a:lnTo>
                    <a:pt x="3943612" y="3418368"/>
                  </a:lnTo>
                  <a:lnTo>
                    <a:pt x="3943523" y="3419621"/>
                  </a:lnTo>
                  <a:lnTo>
                    <a:pt x="3938912" y="3464955"/>
                  </a:lnTo>
                  <a:lnTo>
                    <a:pt x="3938786" y="3466195"/>
                  </a:lnTo>
                  <a:lnTo>
                    <a:pt x="3930901" y="3512497"/>
                  </a:lnTo>
                  <a:lnTo>
                    <a:pt x="3920047" y="3557726"/>
                  </a:lnTo>
                  <a:lnTo>
                    <a:pt x="3906328" y="3601777"/>
                  </a:lnTo>
                  <a:lnTo>
                    <a:pt x="3889851" y="3644545"/>
                  </a:lnTo>
                  <a:lnTo>
                    <a:pt x="3870721" y="3685923"/>
                  </a:lnTo>
                  <a:lnTo>
                    <a:pt x="3849044" y="3725807"/>
                  </a:lnTo>
                  <a:lnTo>
                    <a:pt x="3824926" y="3764091"/>
                  </a:lnTo>
                  <a:lnTo>
                    <a:pt x="3798473" y="3800669"/>
                  </a:lnTo>
                  <a:lnTo>
                    <a:pt x="3769672" y="3835562"/>
                  </a:lnTo>
                  <a:lnTo>
                    <a:pt x="3738878" y="3868386"/>
                  </a:lnTo>
                  <a:lnTo>
                    <a:pt x="3706067" y="3899193"/>
                  </a:lnTo>
                  <a:lnTo>
                    <a:pt x="3671344" y="3927876"/>
                  </a:lnTo>
                  <a:lnTo>
                    <a:pt x="3634815" y="3954329"/>
                  </a:lnTo>
                  <a:lnTo>
                    <a:pt x="3596584" y="3978447"/>
                  </a:lnTo>
                  <a:lnTo>
                    <a:pt x="3592397" y="3980726"/>
                  </a:lnTo>
                  <a:close/>
                </a:path>
              </a:pathLst>
            </a:custGeom>
            <a:solidFill>
              <a:schemeClr val="bg2">
                <a:lumMod val="90000"/>
              </a:schemeClr>
            </a:solidFill>
          </p:spPr>
          <p:txBody>
            <a:bodyPr wrap="square" lIns="0" tIns="0" rIns="0" bIns="0" rtlCol="0"/>
            <a:lstStyle/>
            <a:p>
              <a:endParaRPr dirty="0">
                <a:highlight>
                  <a:srgbClr val="800080"/>
                </a:highlight>
              </a:endParaRPr>
            </a:p>
          </p:txBody>
        </p:sp>
        <p:pic>
          <p:nvPicPr>
            <p:cNvPr id="9" name="object 9"/>
            <p:cNvPicPr/>
            <p:nvPr/>
          </p:nvPicPr>
          <p:blipFill>
            <a:blip r:embed="rId4">
              <a:extLst>
                <a:ext uri="{28A0092B-C50C-407E-A947-70E740481C1C}">
                  <a14:useLocalDpi xmlns:a14="http://schemas.microsoft.com/office/drawing/2010/main" val="0"/>
                </a:ext>
              </a:extLst>
            </a:blip>
            <a:srcRect/>
            <a:stretch/>
          </p:blipFill>
          <p:spPr>
            <a:xfrm>
              <a:off x="12597281" y="5563639"/>
              <a:ext cx="3457346" cy="3536556"/>
            </a:xfrm>
            <a:prstGeom prst="rect">
              <a:avLst/>
            </a:prstGeom>
          </p:spPr>
        </p:pic>
        <p:sp>
          <p:nvSpPr>
            <p:cNvPr id="10" name="object 10"/>
            <p:cNvSpPr/>
            <p:nvPr/>
          </p:nvSpPr>
          <p:spPr>
            <a:xfrm>
              <a:off x="12353327" y="5143499"/>
              <a:ext cx="3945254" cy="4074795"/>
            </a:xfrm>
            <a:custGeom>
              <a:avLst/>
              <a:gdLst/>
              <a:ahLst/>
              <a:cxnLst/>
              <a:rect l="l" t="t" r="r" b="b"/>
              <a:pathLst>
                <a:path w="3945255" h="4074795">
                  <a:moveTo>
                    <a:pt x="3242181" y="4074622"/>
                  </a:moveTo>
                  <a:lnTo>
                    <a:pt x="703038" y="4074622"/>
                  </a:lnTo>
                  <a:lnTo>
                    <a:pt x="655002" y="4072996"/>
                  </a:lnTo>
                  <a:lnTo>
                    <a:pt x="607820" y="4068188"/>
                  </a:lnTo>
                  <a:lnTo>
                    <a:pt x="561597" y="4060304"/>
                  </a:lnTo>
                  <a:lnTo>
                    <a:pt x="516440" y="4049450"/>
                  </a:lnTo>
                  <a:lnTo>
                    <a:pt x="472454" y="4035731"/>
                  </a:lnTo>
                  <a:lnTo>
                    <a:pt x="429745" y="4019254"/>
                  </a:lnTo>
                  <a:lnTo>
                    <a:pt x="388419" y="4000124"/>
                  </a:lnTo>
                  <a:lnTo>
                    <a:pt x="348582" y="3978447"/>
                  </a:lnTo>
                  <a:lnTo>
                    <a:pt x="310339" y="3954329"/>
                  </a:lnTo>
                  <a:lnTo>
                    <a:pt x="273797" y="3927876"/>
                  </a:lnTo>
                  <a:lnTo>
                    <a:pt x="239060" y="3899193"/>
                  </a:lnTo>
                  <a:lnTo>
                    <a:pt x="206236" y="3868386"/>
                  </a:lnTo>
                  <a:lnTo>
                    <a:pt x="175430" y="3835562"/>
                  </a:lnTo>
                  <a:lnTo>
                    <a:pt x="146634" y="3800669"/>
                  </a:lnTo>
                  <a:lnTo>
                    <a:pt x="120294" y="3764283"/>
                  </a:lnTo>
                  <a:lnTo>
                    <a:pt x="96176" y="3726041"/>
                  </a:lnTo>
                  <a:lnTo>
                    <a:pt x="74499" y="3686203"/>
                  </a:lnTo>
                  <a:lnTo>
                    <a:pt x="55369" y="3644877"/>
                  </a:lnTo>
                  <a:lnTo>
                    <a:pt x="38891" y="3602168"/>
                  </a:lnTo>
                  <a:lnTo>
                    <a:pt x="25173" y="3558183"/>
                  </a:lnTo>
                  <a:lnTo>
                    <a:pt x="14318" y="3513025"/>
                  </a:lnTo>
                  <a:lnTo>
                    <a:pt x="6434" y="3466803"/>
                  </a:lnTo>
                  <a:lnTo>
                    <a:pt x="1626" y="3419621"/>
                  </a:lnTo>
                  <a:lnTo>
                    <a:pt x="0" y="3371585"/>
                  </a:lnTo>
                  <a:lnTo>
                    <a:pt x="0" y="703038"/>
                  </a:lnTo>
                  <a:lnTo>
                    <a:pt x="1610" y="655466"/>
                  </a:lnTo>
                  <a:lnTo>
                    <a:pt x="1626" y="655002"/>
                  </a:lnTo>
                  <a:lnTo>
                    <a:pt x="6326" y="608879"/>
                  </a:lnTo>
                  <a:lnTo>
                    <a:pt x="6434" y="607819"/>
                  </a:lnTo>
                  <a:lnTo>
                    <a:pt x="14318" y="561597"/>
                  </a:lnTo>
                  <a:lnTo>
                    <a:pt x="25173" y="516440"/>
                  </a:lnTo>
                  <a:lnTo>
                    <a:pt x="38891" y="472454"/>
                  </a:lnTo>
                  <a:lnTo>
                    <a:pt x="55369" y="429745"/>
                  </a:lnTo>
                  <a:lnTo>
                    <a:pt x="74499" y="388419"/>
                  </a:lnTo>
                  <a:lnTo>
                    <a:pt x="96176" y="348582"/>
                  </a:lnTo>
                  <a:lnTo>
                    <a:pt x="120294" y="310339"/>
                  </a:lnTo>
                  <a:lnTo>
                    <a:pt x="146747" y="273796"/>
                  </a:lnTo>
                  <a:lnTo>
                    <a:pt x="175430" y="239060"/>
                  </a:lnTo>
                  <a:lnTo>
                    <a:pt x="206236" y="206236"/>
                  </a:lnTo>
                  <a:lnTo>
                    <a:pt x="239060" y="175430"/>
                  </a:lnTo>
                  <a:lnTo>
                    <a:pt x="273797" y="146747"/>
                  </a:lnTo>
                  <a:lnTo>
                    <a:pt x="310339" y="120293"/>
                  </a:lnTo>
                  <a:lnTo>
                    <a:pt x="348582" y="96175"/>
                  </a:lnTo>
                  <a:lnTo>
                    <a:pt x="388419" y="74498"/>
                  </a:lnTo>
                  <a:lnTo>
                    <a:pt x="429745" y="55368"/>
                  </a:lnTo>
                  <a:lnTo>
                    <a:pt x="472454" y="38891"/>
                  </a:lnTo>
                  <a:lnTo>
                    <a:pt x="516440" y="25172"/>
                  </a:lnTo>
                  <a:lnTo>
                    <a:pt x="561597" y="14318"/>
                  </a:lnTo>
                  <a:lnTo>
                    <a:pt x="607820" y="6434"/>
                  </a:lnTo>
                  <a:lnTo>
                    <a:pt x="655002" y="1626"/>
                  </a:lnTo>
                  <a:lnTo>
                    <a:pt x="703038" y="0"/>
                  </a:lnTo>
                  <a:lnTo>
                    <a:pt x="3242181" y="0"/>
                  </a:lnTo>
                  <a:lnTo>
                    <a:pt x="3290217" y="1626"/>
                  </a:lnTo>
                  <a:lnTo>
                    <a:pt x="3337399" y="6434"/>
                  </a:lnTo>
                  <a:lnTo>
                    <a:pt x="3383622" y="14318"/>
                  </a:lnTo>
                  <a:lnTo>
                    <a:pt x="3428779" y="25172"/>
                  </a:lnTo>
                  <a:lnTo>
                    <a:pt x="3472765" y="38891"/>
                  </a:lnTo>
                  <a:lnTo>
                    <a:pt x="3515474" y="55368"/>
                  </a:lnTo>
                  <a:lnTo>
                    <a:pt x="3556800" y="74498"/>
                  </a:lnTo>
                  <a:lnTo>
                    <a:pt x="3590998" y="93107"/>
                  </a:lnTo>
                  <a:lnTo>
                    <a:pt x="703038" y="93107"/>
                  </a:lnTo>
                  <a:lnTo>
                    <a:pt x="655466" y="94947"/>
                  </a:lnTo>
                  <a:lnTo>
                    <a:pt x="608879" y="100374"/>
                  </a:lnTo>
                  <a:lnTo>
                    <a:pt x="563414" y="109254"/>
                  </a:lnTo>
                  <a:lnTo>
                    <a:pt x="519208" y="121447"/>
                  </a:lnTo>
                  <a:lnTo>
                    <a:pt x="476398" y="136817"/>
                  </a:lnTo>
                  <a:lnTo>
                    <a:pt x="435122" y="155227"/>
                  </a:lnTo>
                  <a:lnTo>
                    <a:pt x="395515" y="176541"/>
                  </a:lnTo>
                  <a:lnTo>
                    <a:pt x="357716" y="200621"/>
                  </a:lnTo>
                  <a:lnTo>
                    <a:pt x="321860" y="227329"/>
                  </a:lnTo>
                  <a:lnTo>
                    <a:pt x="288086" y="256530"/>
                  </a:lnTo>
                  <a:lnTo>
                    <a:pt x="256530" y="288086"/>
                  </a:lnTo>
                  <a:lnTo>
                    <a:pt x="227329" y="321861"/>
                  </a:lnTo>
                  <a:lnTo>
                    <a:pt x="200620" y="357716"/>
                  </a:lnTo>
                  <a:lnTo>
                    <a:pt x="176541" y="395515"/>
                  </a:lnTo>
                  <a:lnTo>
                    <a:pt x="155227" y="435122"/>
                  </a:lnTo>
                  <a:lnTo>
                    <a:pt x="136817" y="476398"/>
                  </a:lnTo>
                  <a:lnTo>
                    <a:pt x="121446" y="519208"/>
                  </a:lnTo>
                  <a:lnTo>
                    <a:pt x="109253" y="563414"/>
                  </a:lnTo>
                  <a:lnTo>
                    <a:pt x="100374" y="608879"/>
                  </a:lnTo>
                  <a:lnTo>
                    <a:pt x="95000" y="655002"/>
                  </a:lnTo>
                  <a:lnTo>
                    <a:pt x="93107" y="703038"/>
                  </a:lnTo>
                  <a:lnTo>
                    <a:pt x="93137" y="3371585"/>
                  </a:lnTo>
                  <a:lnTo>
                    <a:pt x="94946" y="3418368"/>
                  </a:lnTo>
                  <a:lnTo>
                    <a:pt x="100374" y="3464955"/>
                  </a:lnTo>
                  <a:lnTo>
                    <a:pt x="109253" y="3510420"/>
                  </a:lnTo>
                  <a:lnTo>
                    <a:pt x="121446" y="3554626"/>
                  </a:lnTo>
                  <a:lnTo>
                    <a:pt x="136817" y="3597435"/>
                  </a:lnTo>
                  <a:lnTo>
                    <a:pt x="155227" y="3638712"/>
                  </a:lnTo>
                  <a:lnTo>
                    <a:pt x="176541" y="3678318"/>
                  </a:lnTo>
                  <a:lnTo>
                    <a:pt x="200620" y="3716118"/>
                  </a:lnTo>
                  <a:lnTo>
                    <a:pt x="227329" y="3751973"/>
                  </a:lnTo>
                  <a:lnTo>
                    <a:pt x="256530" y="3785747"/>
                  </a:lnTo>
                  <a:lnTo>
                    <a:pt x="288086" y="3817303"/>
                  </a:lnTo>
                  <a:lnTo>
                    <a:pt x="321860" y="3846504"/>
                  </a:lnTo>
                  <a:lnTo>
                    <a:pt x="357716" y="3873213"/>
                  </a:lnTo>
                  <a:lnTo>
                    <a:pt x="395515" y="3897292"/>
                  </a:lnTo>
                  <a:lnTo>
                    <a:pt x="435122" y="3918606"/>
                  </a:lnTo>
                  <a:lnTo>
                    <a:pt x="476398" y="3937016"/>
                  </a:lnTo>
                  <a:lnTo>
                    <a:pt x="519208" y="3952387"/>
                  </a:lnTo>
                  <a:lnTo>
                    <a:pt x="563414" y="3964580"/>
                  </a:lnTo>
                  <a:lnTo>
                    <a:pt x="608879" y="3973459"/>
                  </a:lnTo>
                  <a:lnTo>
                    <a:pt x="655466" y="3978887"/>
                  </a:lnTo>
                  <a:lnTo>
                    <a:pt x="703038" y="3980726"/>
                  </a:lnTo>
                  <a:lnTo>
                    <a:pt x="3592397" y="3980726"/>
                  </a:lnTo>
                  <a:lnTo>
                    <a:pt x="3556758" y="4000124"/>
                  </a:lnTo>
                  <a:lnTo>
                    <a:pt x="3515442" y="4019254"/>
                  </a:lnTo>
                  <a:lnTo>
                    <a:pt x="3472742" y="4035731"/>
                  </a:lnTo>
                  <a:lnTo>
                    <a:pt x="3428764" y="4049450"/>
                  </a:lnTo>
                  <a:lnTo>
                    <a:pt x="3383613" y="4060304"/>
                  </a:lnTo>
                  <a:lnTo>
                    <a:pt x="3337395" y="4068188"/>
                  </a:lnTo>
                  <a:lnTo>
                    <a:pt x="3290215" y="4072996"/>
                  </a:lnTo>
                  <a:lnTo>
                    <a:pt x="3242181" y="4074622"/>
                  </a:lnTo>
                  <a:close/>
                </a:path>
                <a:path w="3945255" h="4074795">
                  <a:moveTo>
                    <a:pt x="3592397" y="3980726"/>
                  </a:moveTo>
                  <a:lnTo>
                    <a:pt x="3242181" y="3980726"/>
                  </a:lnTo>
                  <a:lnTo>
                    <a:pt x="3289753" y="3978887"/>
                  </a:lnTo>
                  <a:lnTo>
                    <a:pt x="3336340" y="3973459"/>
                  </a:lnTo>
                  <a:lnTo>
                    <a:pt x="3381805" y="3964580"/>
                  </a:lnTo>
                  <a:lnTo>
                    <a:pt x="3426011" y="3952387"/>
                  </a:lnTo>
                  <a:lnTo>
                    <a:pt x="3468821" y="3937016"/>
                  </a:lnTo>
                  <a:lnTo>
                    <a:pt x="3510097" y="3918606"/>
                  </a:lnTo>
                  <a:lnTo>
                    <a:pt x="3549704" y="3897292"/>
                  </a:lnTo>
                  <a:lnTo>
                    <a:pt x="3587503" y="3873213"/>
                  </a:lnTo>
                  <a:lnTo>
                    <a:pt x="3623359" y="3846504"/>
                  </a:lnTo>
                  <a:lnTo>
                    <a:pt x="3657133" y="3817303"/>
                  </a:lnTo>
                  <a:lnTo>
                    <a:pt x="3688689" y="3785747"/>
                  </a:lnTo>
                  <a:lnTo>
                    <a:pt x="3717890" y="3751973"/>
                  </a:lnTo>
                  <a:lnTo>
                    <a:pt x="3744599" y="3716118"/>
                  </a:lnTo>
                  <a:lnTo>
                    <a:pt x="3768679" y="3678318"/>
                  </a:lnTo>
                  <a:lnTo>
                    <a:pt x="3789992" y="3638712"/>
                  </a:lnTo>
                  <a:lnTo>
                    <a:pt x="3808403" y="3597435"/>
                  </a:lnTo>
                  <a:lnTo>
                    <a:pt x="3823773" y="3554626"/>
                  </a:lnTo>
                  <a:lnTo>
                    <a:pt x="3835966" y="3510420"/>
                  </a:lnTo>
                  <a:lnTo>
                    <a:pt x="3844845" y="3464955"/>
                  </a:lnTo>
                  <a:lnTo>
                    <a:pt x="3850273" y="3418368"/>
                  </a:lnTo>
                  <a:lnTo>
                    <a:pt x="3852082" y="3371585"/>
                  </a:lnTo>
                  <a:lnTo>
                    <a:pt x="3852113" y="703038"/>
                  </a:lnTo>
                  <a:lnTo>
                    <a:pt x="3850273" y="655466"/>
                  </a:lnTo>
                  <a:lnTo>
                    <a:pt x="3844845" y="608879"/>
                  </a:lnTo>
                  <a:lnTo>
                    <a:pt x="3835966" y="563414"/>
                  </a:lnTo>
                  <a:lnTo>
                    <a:pt x="3823773" y="519208"/>
                  </a:lnTo>
                  <a:lnTo>
                    <a:pt x="3808403" y="476398"/>
                  </a:lnTo>
                  <a:lnTo>
                    <a:pt x="3789992" y="435122"/>
                  </a:lnTo>
                  <a:lnTo>
                    <a:pt x="3768679" y="395515"/>
                  </a:lnTo>
                  <a:lnTo>
                    <a:pt x="3744599" y="357716"/>
                  </a:lnTo>
                  <a:lnTo>
                    <a:pt x="3717890" y="321861"/>
                  </a:lnTo>
                  <a:lnTo>
                    <a:pt x="3688689" y="288086"/>
                  </a:lnTo>
                  <a:lnTo>
                    <a:pt x="3657133" y="256530"/>
                  </a:lnTo>
                  <a:lnTo>
                    <a:pt x="3623359" y="227329"/>
                  </a:lnTo>
                  <a:lnTo>
                    <a:pt x="3587503" y="200621"/>
                  </a:lnTo>
                  <a:lnTo>
                    <a:pt x="3549704" y="176541"/>
                  </a:lnTo>
                  <a:lnTo>
                    <a:pt x="3510097" y="155227"/>
                  </a:lnTo>
                  <a:lnTo>
                    <a:pt x="3468821" y="136817"/>
                  </a:lnTo>
                  <a:lnTo>
                    <a:pt x="3426011" y="121447"/>
                  </a:lnTo>
                  <a:lnTo>
                    <a:pt x="3381805" y="109254"/>
                  </a:lnTo>
                  <a:lnTo>
                    <a:pt x="3336340" y="100374"/>
                  </a:lnTo>
                  <a:lnTo>
                    <a:pt x="3289753" y="94947"/>
                  </a:lnTo>
                  <a:lnTo>
                    <a:pt x="3242181" y="93107"/>
                  </a:lnTo>
                  <a:lnTo>
                    <a:pt x="3590998" y="93107"/>
                  </a:lnTo>
                  <a:lnTo>
                    <a:pt x="3634880" y="120293"/>
                  </a:lnTo>
                  <a:lnTo>
                    <a:pt x="3671423" y="146747"/>
                  </a:lnTo>
                  <a:lnTo>
                    <a:pt x="3706159" y="175430"/>
                  </a:lnTo>
                  <a:lnTo>
                    <a:pt x="3738983" y="206236"/>
                  </a:lnTo>
                  <a:lnTo>
                    <a:pt x="3769790" y="239060"/>
                  </a:lnTo>
                  <a:lnTo>
                    <a:pt x="3798472" y="273796"/>
                  </a:lnTo>
                  <a:lnTo>
                    <a:pt x="3824926" y="310339"/>
                  </a:lnTo>
                  <a:lnTo>
                    <a:pt x="3849044" y="348582"/>
                  </a:lnTo>
                  <a:lnTo>
                    <a:pt x="3870721" y="388419"/>
                  </a:lnTo>
                  <a:lnTo>
                    <a:pt x="3889851" y="429745"/>
                  </a:lnTo>
                  <a:lnTo>
                    <a:pt x="3906328" y="472454"/>
                  </a:lnTo>
                  <a:lnTo>
                    <a:pt x="3920047" y="516440"/>
                  </a:lnTo>
                  <a:lnTo>
                    <a:pt x="3930901" y="561597"/>
                  </a:lnTo>
                  <a:lnTo>
                    <a:pt x="3938786" y="607819"/>
                  </a:lnTo>
                  <a:lnTo>
                    <a:pt x="3943594" y="655002"/>
                  </a:lnTo>
                  <a:lnTo>
                    <a:pt x="3945220" y="703038"/>
                  </a:lnTo>
                  <a:lnTo>
                    <a:pt x="3945193" y="3371585"/>
                  </a:lnTo>
                  <a:lnTo>
                    <a:pt x="3943612" y="3418368"/>
                  </a:lnTo>
                  <a:lnTo>
                    <a:pt x="3938912" y="3464955"/>
                  </a:lnTo>
                  <a:lnTo>
                    <a:pt x="3930901" y="3512497"/>
                  </a:lnTo>
                  <a:lnTo>
                    <a:pt x="3920047" y="3557726"/>
                  </a:lnTo>
                  <a:lnTo>
                    <a:pt x="3906328" y="3601777"/>
                  </a:lnTo>
                  <a:lnTo>
                    <a:pt x="3889851" y="3644545"/>
                  </a:lnTo>
                  <a:lnTo>
                    <a:pt x="3870721" y="3685923"/>
                  </a:lnTo>
                  <a:lnTo>
                    <a:pt x="3849044" y="3725807"/>
                  </a:lnTo>
                  <a:lnTo>
                    <a:pt x="3824926" y="3764091"/>
                  </a:lnTo>
                  <a:lnTo>
                    <a:pt x="3798472" y="3800669"/>
                  </a:lnTo>
                  <a:lnTo>
                    <a:pt x="3769672" y="3835562"/>
                  </a:lnTo>
                  <a:lnTo>
                    <a:pt x="3738878" y="3868386"/>
                  </a:lnTo>
                  <a:lnTo>
                    <a:pt x="3706067" y="3899193"/>
                  </a:lnTo>
                  <a:lnTo>
                    <a:pt x="3671344" y="3927876"/>
                  </a:lnTo>
                  <a:lnTo>
                    <a:pt x="3634814" y="3954329"/>
                  </a:lnTo>
                  <a:lnTo>
                    <a:pt x="3596584" y="3978447"/>
                  </a:lnTo>
                  <a:lnTo>
                    <a:pt x="3592397" y="3980726"/>
                  </a:lnTo>
                  <a:close/>
                </a:path>
              </a:pathLst>
            </a:custGeom>
            <a:solidFill>
              <a:schemeClr val="bg2">
                <a:lumMod val="90000"/>
              </a:schemeClr>
            </a:solidFill>
          </p:spPr>
          <p:txBody>
            <a:bodyPr wrap="square" lIns="0" tIns="0" rIns="0" bIns="0" rtlCol="0"/>
            <a:lstStyle/>
            <a:p>
              <a:endParaRPr/>
            </a:p>
          </p:txBody>
        </p:sp>
      </p:grpSp>
      <p:sp>
        <p:nvSpPr>
          <p:cNvPr id="11" name="object 11"/>
          <p:cNvSpPr txBox="1"/>
          <p:nvPr/>
        </p:nvSpPr>
        <p:spPr>
          <a:xfrm>
            <a:off x="6597703" y="-55722"/>
            <a:ext cx="5089525" cy="1316990"/>
          </a:xfrm>
          <a:prstGeom prst="rect">
            <a:avLst/>
          </a:prstGeom>
        </p:spPr>
        <p:txBody>
          <a:bodyPr vert="horz" wrap="square" lIns="0" tIns="17145" rIns="0" bIns="0" rtlCol="0">
            <a:spAutoFit/>
          </a:bodyPr>
          <a:lstStyle/>
          <a:p>
            <a:pPr algn="ctr">
              <a:lnSpc>
                <a:spcPts val="4615"/>
              </a:lnSpc>
              <a:spcBef>
                <a:spcPts val="135"/>
              </a:spcBef>
            </a:pPr>
            <a:endParaRPr sz="4000" dirty="0">
              <a:latin typeface="Lucida Sans Unicode"/>
              <a:cs typeface="Lucida Sans Unicode"/>
            </a:endParaRPr>
          </a:p>
          <a:p>
            <a:pPr algn="ctr">
              <a:lnSpc>
                <a:spcPts val="5515"/>
              </a:lnSpc>
              <a:tabLst>
                <a:tab pos="5063490" algn="l"/>
              </a:tabLst>
            </a:pPr>
            <a:r>
              <a:rPr sz="4750" b="1" u="heavy" spc="80" dirty="0">
                <a:solidFill>
                  <a:srgbClr val="583C8F"/>
                </a:solidFill>
                <a:uFill>
                  <a:solidFill>
                    <a:srgbClr val="000000"/>
                  </a:solidFill>
                </a:uFill>
                <a:latin typeface="Trebuchet MS"/>
                <a:cs typeface="Trebuchet MS"/>
              </a:rPr>
              <a:t>  </a:t>
            </a:r>
            <a:r>
              <a:rPr lang="en-US" sz="4750" b="1" u="heavy" spc="425" dirty="0">
                <a:solidFill>
                  <a:srgbClr val="583C8F"/>
                </a:solidFill>
                <a:uFill>
                  <a:solidFill>
                    <a:srgbClr val="000000"/>
                  </a:solidFill>
                </a:uFill>
                <a:latin typeface="Trebuchet MS"/>
                <a:cs typeface="Trebuchet MS"/>
              </a:rPr>
              <a:t>TECH STACK</a:t>
            </a:r>
            <a:r>
              <a:rPr sz="4750" b="1" u="heavy" dirty="0">
                <a:solidFill>
                  <a:srgbClr val="583C8F"/>
                </a:solidFill>
                <a:uFill>
                  <a:solidFill>
                    <a:srgbClr val="000000"/>
                  </a:solidFill>
                </a:uFill>
                <a:latin typeface="Trebuchet MS"/>
                <a:cs typeface="Trebuchet MS"/>
              </a:rPr>
              <a:t>	</a:t>
            </a:r>
            <a:endParaRPr sz="4750" dirty="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6B5EB-C8C7-2731-639D-4E107B4173B6}"/>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C30C3C47-EE0A-A7CF-03B5-B08A8A9452A5}"/>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Versioning – Data Integrity + Traceability</a:t>
            </a:r>
            <a:endParaRPr sz="4300" dirty="0"/>
          </a:p>
        </p:txBody>
      </p:sp>
      <p:sp>
        <p:nvSpPr>
          <p:cNvPr id="8" name="object 8">
            <a:extLst>
              <a:ext uri="{FF2B5EF4-FFF2-40B4-BE49-F238E27FC236}">
                <a16:creationId xmlns:a16="http://schemas.microsoft.com/office/drawing/2014/main" id="{36468A1B-2FB8-B328-6A9B-175B87128217}"/>
              </a:ext>
            </a:extLst>
          </p:cNvPr>
          <p:cNvSpPr txBox="1"/>
          <p:nvPr/>
        </p:nvSpPr>
        <p:spPr>
          <a:xfrm>
            <a:off x="1021882" y="1790700"/>
            <a:ext cx="9569918" cy="867673"/>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Why Versioning?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Overwrite content, when changes are made</a:t>
            </a:r>
          </a:p>
        </p:txBody>
      </p:sp>
      <p:sp>
        <p:nvSpPr>
          <p:cNvPr id="9" name="object 2">
            <a:extLst>
              <a:ext uri="{FF2B5EF4-FFF2-40B4-BE49-F238E27FC236}">
                <a16:creationId xmlns:a16="http://schemas.microsoft.com/office/drawing/2014/main" id="{510ABCE9-763E-0220-E9E1-79A114E83A06}"/>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10" name="object 7">
            <a:extLst>
              <a:ext uri="{FF2B5EF4-FFF2-40B4-BE49-F238E27FC236}">
                <a16:creationId xmlns:a16="http://schemas.microsoft.com/office/drawing/2014/main" id="{4F441099-7DE8-BADC-EC0F-EA3460CBDC66}"/>
              </a:ext>
            </a:extLst>
          </p:cNvPr>
          <p:cNvSpPr txBox="1">
            <a:spLocks/>
          </p:cNvSpPr>
          <p:nvPr/>
        </p:nvSpPr>
        <p:spPr>
          <a:xfrm>
            <a:off x="1004298" y="3127471"/>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3600" b="0" u="heavy" spc="-25" dirty="0" err="1">
                <a:solidFill>
                  <a:srgbClr val="000000"/>
                </a:solidFill>
                <a:uFill>
                  <a:solidFill>
                    <a:srgbClr val="000000"/>
                  </a:solidFill>
                </a:uFill>
                <a:latin typeface="Lucida Sans Unicode"/>
                <a:cs typeface="Lucida Sans Unicode"/>
              </a:rPr>
              <a:t>NotesHub</a:t>
            </a:r>
            <a:r>
              <a:rPr lang="en-US" sz="4300" u="heavy" spc="495" dirty="0">
                <a:uFill>
                  <a:solidFill>
                    <a:srgbClr val="000000"/>
                  </a:solidFill>
                </a:uFill>
              </a:rPr>
              <a:t> </a:t>
            </a:r>
            <a:endParaRPr lang="en-US" sz="4300" dirty="0"/>
          </a:p>
        </p:txBody>
      </p:sp>
      <p:sp>
        <p:nvSpPr>
          <p:cNvPr id="11" name="object 8">
            <a:extLst>
              <a:ext uri="{FF2B5EF4-FFF2-40B4-BE49-F238E27FC236}">
                <a16:creationId xmlns:a16="http://schemas.microsoft.com/office/drawing/2014/main" id="{82679215-254E-74CC-B014-CB0C30FFF0CA}"/>
              </a:ext>
            </a:extLst>
          </p:cNvPr>
          <p:cNvSpPr txBox="1"/>
          <p:nvPr/>
        </p:nvSpPr>
        <p:spPr>
          <a:xfrm>
            <a:off x="1027743" y="4041666"/>
            <a:ext cx="9569918" cy="1301510"/>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Immutable snapshots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Safe editing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Restoring support</a:t>
            </a:r>
          </a:p>
        </p:txBody>
      </p:sp>
      <p:sp>
        <p:nvSpPr>
          <p:cNvPr id="2" name="object 7">
            <a:extLst>
              <a:ext uri="{FF2B5EF4-FFF2-40B4-BE49-F238E27FC236}">
                <a16:creationId xmlns:a16="http://schemas.microsoft.com/office/drawing/2014/main" id="{E32D7188-642A-49F7-412F-88D28051FB73}"/>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187011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0878-7D6C-30E0-25AA-053CFCD015A3}"/>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873C74CF-3D77-E9F8-8EE2-866FD9ABB666}"/>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Restore – Fail-Safe architecture</a:t>
            </a:r>
            <a:endParaRPr sz="4300" dirty="0"/>
          </a:p>
        </p:txBody>
      </p:sp>
      <p:sp>
        <p:nvSpPr>
          <p:cNvPr id="8" name="object 8">
            <a:extLst>
              <a:ext uri="{FF2B5EF4-FFF2-40B4-BE49-F238E27FC236}">
                <a16:creationId xmlns:a16="http://schemas.microsoft.com/office/drawing/2014/main" id="{4C40C72C-190B-F07D-C290-580E1C1751EF}"/>
              </a:ext>
            </a:extLst>
          </p:cNvPr>
          <p:cNvSpPr txBox="1"/>
          <p:nvPr/>
        </p:nvSpPr>
        <p:spPr>
          <a:xfrm>
            <a:off x="1021882" y="1790700"/>
            <a:ext cx="9569918" cy="1301510"/>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Restore does not delete history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Creates a new version</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Maintains audit trail</a:t>
            </a:r>
          </a:p>
        </p:txBody>
      </p:sp>
      <p:sp>
        <p:nvSpPr>
          <p:cNvPr id="9" name="object 2">
            <a:extLst>
              <a:ext uri="{FF2B5EF4-FFF2-40B4-BE49-F238E27FC236}">
                <a16:creationId xmlns:a16="http://schemas.microsoft.com/office/drawing/2014/main" id="{E6C68114-0C84-E9B3-EEF1-03C384EE4468}"/>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C3C8AC45-55E9-1457-DC9E-4859376119F4}"/>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360514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AB36-301A-36B0-F95A-E9E50AB9B54A}"/>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F0C00183-1542-F31E-9F20-F71B05E3E26F}"/>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Linking – Interconnected knowledge modeling</a:t>
            </a:r>
            <a:endParaRPr sz="4300" dirty="0"/>
          </a:p>
        </p:txBody>
      </p:sp>
      <p:sp>
        <p:nvSpPr>
          <p:cNvPr id="8" name="object 8">
            <a:extLst>
              <a:ext uri="{FF2B5EF4-FFF2-40B4-BE49-F238E27FC236}">
                <a16:creationId xmlns:a16="http://schemas.microsoft.com/office/drawing/2014/main" id="{441FED59-89ED-7277-B881-F18D080FBEE2}"/>
              </a:ext>
            </a:extLst>
          </p:cNvPr>
          <p:cNvSpPr txBox="1"/>
          <p:nvPr/>
        </p:nvSpPr>
        <p:spPr>
          <a:xfrm>
            <a:off x="1021882" y="1790700"/>
            <a:ext cx="9569918" cy="2143536"/>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Notes reference each other</a:t>
            </a:r>
          </a:p>
          <a:p>
            <a:pPr marL="355600" marR="5080" indent="-342900">
              <a:lnSpc>
                <a:spcPct val="113599"/>
              </a:lnSpc>
              <a:spcBef>
                <a:spcPts val="100"/>
              </a:spcBef>
              <a:buFont typeface="Wingdings" panose="05000000000000000000" pitchFamily="2" charset="2"/>
              <a:buChar char="§"/>
            </a:pPr>
            <a:endParaRPr lang="en-US" sz="2400" dirty="0">
              <a:latin typeface="Lucida Sans Unicode"/>
              <a:cs typeface="Lucida Sans Unicode"/>
            </a:endParaRP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For example, in some notes there are some topics that have their own stand alone notes, user can link them and visit when they want to dive deep into the topic</a:t>
            </a:r>
          </a:p>
        </p:txBody>
      </p:sp>
      <p:sp>
        <p:nvSpPr>
          <p:cNvPr id="9" name="object 2">
            <a:extLst>
              <a:ext uri="{FF2B5EF4-FFF2-40B4-BE49-F238E27FC236}">
                <a16:creationId xmlns:a16="http://schemas.microsoft.com/office/drawing/2014/main" id="{5B7E21BC-DBE5-6B77-D635-194AC85A56E5}"/>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EF638B92-B113-A3F3-113A-737BF8E4ABA9}"/>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2795702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FC80-84F4-EAB9-6F51-57760F9EDD93}"/>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06B327B8-4EE2-3213-DB2B-F7AA8D5EDA84}"/>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Database Design Decisions</a:t>
            </a:r>
            <a:endParaRPr sz="4300" dirty="0"/>
          </a:p>
        </p:txBody>
      </p:sp>
      <p:sp>
        <p:nvSpPr>
          <p:cNvPr id="8" name="object 8">
            <a:extLst>
              <a:ext uri="{FF2B5EF4-FFF2-40B4-BE49-F238E27FC236}">
                <a16:creationId xmlns:a16="http://schemas.microsoft.com/office/drawing/2014/main" id="{A38BEEBA-9702-4E7C-8CD4-797C92B6F58C}"/>
              </a:ext>
            </a:extLst>
          </p:cNvPr>
          <p:cNvSpPr txBox="1"/>
          <p:nvPr/>
        </p:nvSpPr>
        <p:spPr>
          <a:xfrm>
            <a:off x="1021882" y="1790700"/>
            <a:ext cx="9569918" cy="3904530"/>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Why PostgreSQL?</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Strong relational integrity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Clear entity relationships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Efficient foreign key constraints</a:t>
            </a:r>
          </a:p>
          <a:p>
            <a:pPr marL="355600" marR="5080" indent="-342900">
              <a:lnSpc>
                <a:spcPct val="113599"/>
              </a:lnSpc>
              <a:spcBef>
                <a:spcPts val="100"/>
              </a:spcBef>
              <a:buFont typeface="Wingdings" panose="05000000000000000000" pitchFamily="2" charset="2"/>
              <a:buChar char="§"/>
            </a:pPr>
            <a:endParaRPr lang="en-US" sz="2400" dirty="0">
              <a:latin typeface="Lucida Sans Unicode"/>
              <a:cs typeface="Lucida Sans Unicode"/>
            </a:endParaRPr>
          </a:p>
          <a:p>
            <a:pPr marL="12700" marR="5080">
              <a:lnSpc>
                <a:spcPct val="113599"/>
              </a:lnSpc>
              <a:spcBef>
                <a:spcPts val="100"/>
              </a:spcBef>
            </a:pPr>
            <a:r>
              <a:rPr lang="en-US" sz="2400" dirty="0">
                <a:latin typeface="Lucida Sans Unicode"/>
                <a:cs typeface="Lucida Sans Unicode"/>
              </a:rPr>
              <a:t>Design decisions: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UUID for scalability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Snapshot storage</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Unidirectional relationships (to avoid system complexity)</a:t>
            </a:r>
          </a:p>
        </p:txBody>
      </p:sp>
      <p:sp>
        <p:nvSpPr>
          <p:cNvPr id="9" name="object 2">
            <a:extLst>
              <a:ext uri="{FF2B5EF4-FFF2-40B4-BE49-F238E27FC236}">
                <a16:creationId xmlns:a16="http://schemas.microsoft.com/office/drawing/2014/main" id="{22847D27-D424-917F-EF84-6A4690A12ABD}"/>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652535A4-58B4-3C71-EB2A-5B42EFBEE402}"/>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3141978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A8B43-62B6-8ACB-B0BE-C58ABAE82467}"/>
            </a:ext>
          </a:extLst>
        </p:cNvPr>
        <p:cNvGrpSpPr/>
        <p:nvPr/>
      </p:nvGrpSpPr>
      <p:grpSpPr>
        <a:xfrm>
          <a:off x="0" y="0"/>
          <a:ext cx="0" cy="0"/>
          <a:chOff x="0" y="0"/>
          <a:chExt cx="0" cy="0"/>
        </a:xfrm>
      </p:grpSpPr>
      <p:sp>
        <p:nvSpPr>
          <p:cNvPr id="9" name="object 2">
            <a:extLst>
              <a:ext uri="{FF2B5EF4-FFF2-40B4-BE49-F238E27FC236}">
                <a16:creationId xmlns:a16="http://schemas.microsoft.com/office/drawing/2014/main" id="{214E2260-CBC2-3527-D6CE-617E9641303E}"/>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F8706666-23D8-1EB7-6008-C376AA85400A}"/>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
        <p:nvSpPr>
          <p:cNvPr id="4" name="Title 3">
            <a:extLst>
              <a:ext uri="{FF2B5EF4-FFF2-40B4-BE49-F238E27FC236}">
                <a16:creationId xmlns:a16="http://schemas.microsoft.com/office/drawing/2014/main" id="{E217F3ED-0A0B-F9EE-D68B-663B106FB09A}"/>
              </a:ext>
            </a:extLst>
          </p:cNvPr>
          <p:cNvSpPr>
            <a:spLocks noGrp="1"/>
          </p:cNvSpPr>
          <p:nvPr>
            <p:ph type="title"/>
          </p:nvPr>
        </p:nvSpPr>
        <p:spPr/>
        <p:txBody>
          <a:bodyPr/>
          <a:lstStyle/>
          <a:p>
            <a:endParaRPr lang="en-IN"/>
          </a:p>
        </p:txBody>
      </p:sp>
      <p:pic>
        <p:nvPicPr>
          <p:cNvPr id="6" name="Picture 5">
            <a:extLst>
              <a:ext uri="{FF2B5EF4-FFF2-40B4-BE49-F238E27FC236}">
                <a16:creationId xmlns:a16="http://schemas.microsoft.com/office/drawing/2014/main" id="{E660F127-C05B-E329-DE7A-1E34330E5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12896"/>
            <a:ext cx="17297400" cy="9631204"/>
          </a:xfrm>
          <a:prstGeom prst="rect">
            <a:avLst/>
          </a:prstGeom>
        </p:spPr>
      </p:pic>
    </p:spTree>
    <p:extLst>
      <p:ext uri="{BB962C8B-B14F-4D97-AF65-F5344CB8AC3E}">
        <p14:creationId xmlns:p14="http://schemas.microsoft.com/office/powerpoint/2010/main" val="2120920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A695-3921-64BD-F166-40552E29B122}"/>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B9AA0AD-327B-824B-8F52-5213BAE99DC9}"/>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What’s Done?</a:t>
            </a:r>
            <a:endParaRPr sz="4300" dirty="0"/>
          </a:p>
        </p:txBody>
      </p:sp>
      <p:sp>
        <p:nvSpPr>
          <p:cNvPr id="8" name="object 8">
            <a:extLst>
              <a:ext uri="{FF2B5EF4-FFF2-40B4-BE49-F238E27FC236}">
                <a16:creationId xmlns:a16="http://schemas.microsoft.com/office/drawing/2014/main" id="{4ADFF295-DEB5-488C-2F8C-486E4DAE3821}"/>
              </a:ext>
            </a:extLst>
          </p:cNvPr>
          <p:cNvSpPr txBox="1"/>
          <p:nvPr/>
        </p:nvSpPr>
        <p:spPr>
          <a:xfrm>
            <a:off x="1021882" y="1790700"/>
            <a:ext cx="9569918" cy="5627053"/>
          </a:xfrm>
          <a:prstGeom prst="rect">
            <a:avLst/>
          </a:prstGeom>
        </p:spPr>
        <p:txBody>
          <a:bodyPr vert="horz" wrap="square" lIns="0" tIns="12700" rIns="0" bIns="0" rtlCol="0">
            <a:spAutoFit/>
          </a:bodyPr>
          <a:lstStyle/>
          <a:p>
            <a:pPr marL="12700" marR="5080">
              <a:lnSpc>
                <a:spcPct val="113599"/>
              </a:lnSpc>
              <a:spcBef>
                <a:spcPts val="100"/>
              </a:spcBef>
            </a:pPr>
            <a:r>
              <a:rPr lang="en-US" sz="2400" dirty="0">
                <a:latin typeface="Lucida Sans Unicode"/>
                <a:cs typeface="Lucida Sans Unicode"/>
              </a:rPr>
              <a:t>We have implemented Backend, in which we have implemented the following end points: </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/users : to create users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/subject-notes : To create a subject</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/notes : to create a note inside a subject</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/versions : to save a version</a:t>
            </a:r>
          </a:p>
          <a:p>
            <a:pPr marL="355600" marR="5080" indent="-342900">
              <a:lnSpc>
                <a:spcPct val="113599"/>
              </a:lnSpc>
              <a:spcBef>
                <a:spcPts val="100"/>
              </a:spcBef>
              <a:buFont typeface="Wingdings" panose="05000000000000000000" pitchFamily="2" charset="2"/>
              <a:buChar char="§"/>
            </a:pPr>
            <a:endParaRPr lang="en-US" sz="2400" dirty="0">
              <a:latin typeface="Lucida Sans Unicode"/>
              <a:cs typeface="Lucida Sans Unicode"/>
            </a:endParaRPr>
          </a:p>
          <a:p>
            <a:pPr marL="12700" marR="5080">
              <a:lnSpc>
                <a:spcPct val="113599"/>
              </a:lnSpc>
              <a:spcBef>
                <a:spcPts val="100"/>
              </a:spcBef>
            </a:pPr>
            <a:r>
              <a:rPr lang="en-US" sz="2400" dirty="0">
                <a:latin typeface="Lucida Sans Unicode"/>
                <a:cs typeface="Lucida Sans Unicode"/>
              </a:rPr>
              <a:t>Frontend:</a:t>
            </a:r>
          </a:p>
          <a:p>
            <a:pPr marL="355600" marR="5080" indent="-342900">
              <a:lnSpc>
                <a:spcPct val="113599"/>
              </a:lnSpc>
              <a:spcBef>
                <a:spcPts val="100"/>
              </a:spcBef>
              <a:buFont typeface="Wingdings" panose="05000000000000000000" pitchFamily="2" charset="2"/>
              <a:buChar char="§"/>
            </a:pPr>
            <a:r>
              <a:rPr lang="en-US" sz="2400" dirty="0" err="1">
                <a:latin typeface="Lucida Sans Unicode"/>
                <a:cs typeface="Lucida Sans Unicode"/>
              </a:rPr>
              <a:t>NoteEditor</a:t>
            </a:r>
            <a:endParaRPr lang="en-US" sz="2400" dirty="0">
              <a:latin typeface="Lucida Sans Unicode"/>
              <a:cs typeface="Lucida Sans Unicode"/>
            </a:endParaRP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Dashboard</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Signup/Login</a:t>
            </a:r>
          </a:p>
          <a:p>
            <a:pPr marL="355600" marR="5080" indent="-342900">
              <a:lnSpc>
                <a:spcPct val="113599"/>
              </a:lnSpc>
              <a:spcBef>
                <a:spcPts val="100"/>
              </a:spcBef>
              <a:buFont typeface="Wingdings" panose="05000000000000000000" pitchFamily="2" charset="2"/>
              <a:buChar char="§"/>
            </a:pPr>
            <a:endParaRPr lang="en-US" sz="2400" dirty="0">
              <a:latin typeface="Lucida Sans Unicode"/>
              <a:cs typeface="Lucida Sans Unicode"/>
            </a:endParaRPr>
          </a:p>
          <a:p>
            <a:pPr marL="12700" marR="5080">
              <a:lnSpc>
                <a:spcPct val="113599"/>
              </a:lnSpc>
              <a:spcBef>
                <a:spcPts val="100"/>
              </a:spcBef>
            </a:pPr>
            <a:r>
              <a:rPr lang="en-US" sz="2400" dirty="0" err="1">
                <a:latin typeface="Lucida Sans Unicode"/>
                <a:cs typeface="Lucida Sans Unicode"/>
              </a:rPr>
              <a:t>Datebase</a:t>
            </a:r>
            <a:r>
              <a:rPr lang="en-US" sz="2400" dirty="0">
                <a:latin typeface="Lucida Sans Unicode"/>
                <a:cs typeface="Lucida Sans Unicode"/>
              </a:rPr>
              <a:t> design</a:t>
            </a:r>
          </a:p>
        </p:txBody>
      </p:sp>
      <p:sp>
        <p:nvSpPr>
          <p:cNvPr id="9" name="object 2">
            <a:extLst>
              <a:ext uri="{FF2B5EF4-FFF2-40B4-BE49-F238E27FC236}">
                <a16:creationId xmlns:a16="http://schemas.microsoft.com/office/drawing/2014/main" id="{02098EAE-8F90-6A64-EB14-852641CFB662}"/>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2" name="object 7">
            <a:extLst>
              <a:ext uri="{FF2B5EF4-FFF2-40B4-BE49-F238E27FC236}">
                <a16:creationId xmlns:a16="http://schemas.microsoft.com/office/drawing/2014/main" id="{C7640657-15A3-211B-3F68-022E2AAB2380}"/>
              </a:ext>
            </a:extLst>
          </p:cNvPr>
          <p:cNvSpPr txBox="1">
            <a:spLocks/>
          </p:cNvSpPr>
          <p:nvPr/>
        </p:nvSpPr>
        <p:spPr>
          <a:xfrm>
            <a:off x="1027743" y="6316992"/>
            <a:ext cx="16255959" cy="561692"/>
          </a:xfrm>
          <a:prstGeom prst="rect">
            <a:avLst/>
          </a:prstGeom>
        </p:spPr>
        <p:txBody>
          <a:bodyPr vert="horz" wrap="square" lIns="0" tIns="15875" rIns="0" bIns="0" rtlCol="0">
            <a:spAutoFit/>
          </a:bodyPr>
          <a:lstStyle>
            <a:lvl1pPr>
              <a:defRPr sz="4750" b="1" i="0">
                <a:solidFill>
                  <a:srgbClr val="583C8F"/>
                </a:solidFill>
                <a:latin typeface="Trebuchet MS"/>
                <a:ea typeface="+mj-ea"/>
                <a:cs typeface="Trebuchet MS"/>
              </a:defRPr>
            </a:lvl1pPr>
          </a:lstStyle>
          <a:p>
            <a:pPr marL="12700">
              <a:lnSpc>
                <a:spcPts val="4105"/>
              </a:lnSpc>
              <a:spcBef>
                <a:spcPts val="125"/>
              </a:spcBef>
            </a:pPr>
            <a:r>
              <a:rPr lang="en-US" sz="4300" u="heavy" spc="495" dirty="0">
                <a:uFill>
                  <a:solidFill>
                    <a:srgbClr val="000000"/>
                  </a:solidFill>
                </a:uFill>
              </a:rPr>
              <a:t> </a:t>
            </a:r>
            <a:endParaRPr lang="en-US" sz="4300" dirty="0"/>
          </a:p>
        </p:txBody>
      </p:sp>
    </p:spTree>
    <p:extLst>
      <p:ext uri="{BB962C8B-B14F-4D97-AF65-F5344CB8AC3E}">
        <p14:creationId xmlns:p14="http://schemas.microsoft.com/office/powerpoint/2010/main" val="396361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4246C-7BF4-ACFD-34C9-9B330CC9EA17}"/>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E92071A6-4E29-5A2D-54B8-B31318AD2D00}"/>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What’s to be Done?</a:t>
            </a:r>
            <a:endParaRPr sz="4300" dirty="0"/>
          </a:p>
        </p:txBody>
      </p:sp>
      <p:sp>
        <p:nvSpPr>
          <p:cNvPr id="8" name="object 8">
            <a:extLst>
              <a:ext uri="{FF2B5EF4-FFF2-40B4-BE49-F238E27FC236}">
                <a16:creationId xmlns:a16="http://schemas.microsoft.com/office/drawing/2014/main" id="{4C5C86A8-64AD-B75D-08B3-348233585C78}"/>
              </a:ext>
            </a:extLst>
          </p:cNvPr>
          <p:cNvSpPr txBox="1"/>
          <p:nvPr/>
        </p:nvSpPr>
        <p:spPr>
          <a:xfrm>
            <a:off x="1021882" y="1790700"/>
            <a:ext cx="9569918" cy="1735347"/>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Tag-based organization</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AI-assisted summarization</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External source integration</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Rest of the frontend pages</a:t>
            </a:r>
          </a:p>
        </p:txBody>
      </p:sp>
      <p:sp>
        <p:nvSpPr>
          <p:cNvPr id="9" name="object 2">
            <a:extLst>
              <a:ext uri="{FF2B5EF4-FFF2-40B4-BE49-F238E27FC236}">
                <a16:creationId xmlns:a16="http://schemas.microsoft.com/office/drawing/2014/main" id="{30CEB67E-6D3D-AC30-CADB-3DE312EEBFCF}"/>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Tree>
    <p:extLst>
      <p:ext uri="{BB962C8B-B14F-4D97-AF65-F5344CB8AC3E}">
        <p14:creationId xmlns:p14="http://schemas.microsoft.com/office/powerpoint/2010/main" val="865536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A294-23B9-C4BF-80B6-279032D0D5C4}"/>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3CD3BB50-26B9-C2D6-9C3E-E0E29D1E97CB}"/>
              </a:ext>
            </a:extLst>
          </p:cNvPr>
          <p:cNvSpPr txBox="1">
            <a:spLocks noGrp="1"/>
          </p:cNvSpPr>
          <p:nvPr>
            <p:ph type="title"/>
          </p:nvPr>
        </p:nvSpPr>
        <p:spPr>
          <a:xfrm>
            <a:off x="1016020" y="986508"/>
            <a:ext cx="16255959" cy="561692"/>
          </a:xfrm>
          <a:prstGeom prst="rect">
            <a:avLst/>
          </a:prstGeom>
        </p:spPr>
        <p:txBody>
          <a:bodyPr vert="horz" wrap="square" lIns="0" tIns="15875" rIns="0" bIns="0" rtlCol="0">
            <a:spAutoFit/>
          </a:bodyPr>
          <a:lstStyle/>
          <a:p>
            <a:pPr marL="12700">
              <a:lnSpc>
                <a:spcPts val="4105"/>
              </a:lnSpc>
              <a:spcBef>
                <a:spcPts val="125"/>
              </a:spcBef>
            </a:pPr>
            <a:r>
              <a:rPr lang="en-US" sz="3600" b="0" u="heavy" spc="-25" dirty="0">
                <a:solidFill>
                  <a:srgbClr val="000000"/>
                </a:solidFill>
                <a:uFill>
                  <a:solidFill>
                    <a:srgbClr val="000000"/>
                  </a:solidFill>
                </a:uFill>
                <a:latin typeface="Lucida Sans Unicode"/>
                <a:cs typeface="Lucida Sans Unicode"/>
              </a:rPr>
              <a:t>Conclusion</a:t>
            </a:r>
            <a:endParaRPr sz="4300" dirty="0"/>
          </a:p>
        </p:txBody>
      </p:sp>
      <p:sp>
        <p:nvSpPr>
          <p:cNvPr id="9" name="object 2">
            <a:extLst>
              <a:ext uri="{FF2B5EF4-FFF2-40B4-BE49-F238E27FC236}">
                <a16:creationId xmlns:a16="http://schemas.microsoft.com/office/drawing/2014/main" id="{33FA28B4-53B3-3EAC-CA21-7FAC01212614}"/>
              </a:ext>
            </a:extLst>
          </p:cNvPr>
          <p:cNvSpPr/>
          <p:nvPr/>
        </p:nvSpPr>
        <p:spPr>
          <a:xfrm>
            <a:off x="15201900" y="0"/>
            <a:ext cx="3086100" cy="10283190"/>
          </a:xfrm>
          <a:custGeom>
            <a:avLst/>
            <a:gdLst/>
            <a:ahLst/>
            <a:cxnLst/>
            <a:rect l="l" t="t" r="r" b="b"/>
            <a:pathLst>
              <a:path w="3086100" h="10283190">
                <a:moveTo>
                  <a:pt x="3086099" y="10282980"/>
                </a:moveTo>
                <a:lnTo>
                  <a:pt x="0" y="10282980"/>
                </a:lnTo>
                <a:lnTo>
                  <a:pt x="0" y="0"/>
                </a:lnTo>
                <a:lnTo>
                  <a:pt x="3086099" y="0"/>
                </a:lnTo>
                <a:lnTo>
                  <a:pt x="3086099" y="10282980"/>
                </a:lnTo>
                <a:close/>
              </a:path>
            </a:pathLst>
          </a:custGeom>
          <a:solidFill>
            <a:srgbClr val="583C8F"/>
          </a:solidFill>
        </p:spPr>
        <p:txBody>
          <a:bodyPr wrap="square" lIns="0" tIns="0" rIns="0" bIns="0" rtlCol="0"/>
          <a:lstStyle/>
          <a:p>
            <a:endParaRPr/>
          </a:p>
        </p:txBody>
      </p:sp>
      <p:sp>
        <p:nvSpPr>
          <p:cNvPr id="3" name="object 8">
            <a:extLst>
              <a:ext uri="{FF2B5EF4-FFF2-40B4-BE49-F238E27FC236}">
                <a16:creationId xmlns:a16="http://schemas.microsoft.com/office/drawing/2014/main" id="{3227F1B7-28F7-DF67-2C91-5E0F86677406}"/>
              </a:ext>
            </a:extLst>
          </p:cNvPr>
          <p:cNvSpPr txBox="1"/>
          <p:nvPr/>
        </p:nvSpPr>
        <p:spPr>
          <a:xfrm>
            <a:off x="1021882" y="1790700"/>
            <a:ext cx="9569918" cy="3011209"/>
          </a:xfrm>
          <a:prstGeom prst="rect">
            <a:avLst/>
          </a:prstGeom>
        </p:spPr>
        <p:txBody>
          <a:bodyPr vert="horz" wrap="square" lIns="0" tIns="12700" rIns="0" bIns="0" rtlCol="0">
            <a:spAutoFit/>
          </a:bodyPr>
          <a:lstStyle/>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Identified fragmentation in academic knowledge management</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Designed a version-controlled note system inspired by Git principles</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Implemented snapshot-based versioning for data integrity</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Enabled structured linking for conceptual learning</a:t>
            </a:r>
          </a:p>
          <a:p>
            <a:pPr marL="355600" marR="5080" indent="-342900">
              <a:lnSpc>
                <a:spcPct val="113599"/>
              </a:lnSpc>
              <a:spcBef>
                <a:spcPts val="100"/>
              </a:spcBef>
              <a:buFont typeface="Wingdings" panose="05000000000000000000" pitchFamily="2" charset="2"/>
              <a:buChar char="§"/>
            </a:pPr>
            <a:r>
              <a:rPr lang="en-US" sz="2400" dirty="0">
                <a:latin typeface="Lucida Sans Unicode"/>
                <a:cs typeface="Lucida Sans Unicode"/>
              </a:rPr>
              <a:t>Built a modular and scalable architecture using Spring Boot and PostgreSQL</a:t>
            </a:r>
          </a:p>
        </p:txBody>
      </p:sp>
    </p:spTree>
    <p:extLst>
      <p:ext uri="{BB962C8B-B14F-4D97-AF65-F5344CB8AC3E}">
        <p14:creationId xmlns:p14="http://schemas.microsoft.com/office/powerpoint/2010/main" val="1821806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4445" y="5295900"/>
            <a:ext cx="18283555" cy="5143500"/>
          </a:xfrm>
          <a:custGeom>
            <a:avLst/>
            <a:gdLst/>
            <a:ahLst/>
            <a:cxnLst/>
            <a:rect l="l" t="t" r="r" b="b"/>
            <a:pathLst>
              <a:path w="18283555" h="5143500">
                <a:moveTo>
                  <a:pt x="18283533" y="5143499"/>
                </a:moveTo>
                <a:lnTo>
                  <a:pt x="0" y="5143499"/>
                </a:lnTo>
                <a:lnTo>
                  <a:pt x="0" y="0"/>
                </a:lnTo>
                <a:lnTo>
                  <a:pt x="18283533" y="0"/>
                </a:lnTo>
                <a:lnTo>
                  <a:pt x="18283533" y="5143499"/>
                </a:lnTo>
                <a:close/>
              </a:path>
            </a:pathLst>
          </a:custGeom>
          <a:solidFill>
            <a:srgbClr val="FFFFFF">
              <a:alpha val="90998"/>
            </a:srgbClr>
          </a:solidFill>
        </p:spPr>
        <p:txBody>
          <a:bodyPr wrap="square" lIns="0" tIns="0" rIns="0" bIns="0" rtlCol="0"/>
          <a:lstStyle/>
          <a:p>
            <a:endParaRPr dirty="0"/>
          </a:p>
        </p:txBody>
      </p:sp>
      <p:sp>
        <p:nvSpPr>
          <p:cNvPr id="4" name="object 4"/>
          <p:cNvSpPr txBox="1"/>
          <p:nvPr/>
        </p:nvSpPr>
        <p:spPr>
          <a:xfrm>
            <a:off x="5562600" y="4517072"/>
            <a:ext cx="6552565" cy="1252855"/>
          </a:xfrm>
          <a:prstGeom prst="rect">
            <a:avLst/>
          </a:prstGeom>
        </p:spPr>
        <p:txBody>
          <a:bodyPr vert="horz" wrap="square" lIns="0" tIns="12700" rIns="0" bIns="0" rtlCol="0">
            <a:spAutoFit/>
          </a:bodyPr>
          <a:lstStyle/>
          <a:p>
            <a:pPr marL="12700">
              <a:lnSpc>
                <a:spcPct val="100000"/>
              </a:lnSpc>
              <a:spcBef>
                <a:spcPts val="100"/>
              </a:spcBef>
            </a:pPr>
            <a:r>
              <a:rPr sz="8050" b="1" u="sng" spc="835" dirty="0">
                <a:solidFill>
                  <a:srgbClr val="583C8F"/>
                </a:solidFill>
                <a:uFill>
                  <a:solidFill>
                    <a:srgbClr val="000000"/>
                  </a:solidFill>
                </a:uFill>
                <a:latin typeface="Trebuchet MS"/>
                <a:cs typeface="Trebuchet MS"/>
              </a:rPr>
              <a:t>THANK</a:t>
            </a:r>
            <a:r>
              <a:rPr sz="8050" b="1" u="sng" spc="-220" dirty="0">
                <a:solidFill>
                  <a:srgbClr val="583C8F"/>
                </a:solidFill>
                <a:uFill>
                  <a:solidFill>
                    <a:srgbClr val="000000"/>
                  </a:solidFill>
                </a:uFill>
                <a:latin typeface="Trebuchet MS"/>
                <a:cs typeface="Trebuchet MS"/>
              </a:rPr>
              <a:t> </a:t>
            </a:r>
            <a:r>
              <a:rPr sz="8050" b="1" u="sng" spc="900" dirty="0">
                <a:solidFill>
                  <a:srgbClr val="583C8F"/>
                </a:solidFill>
                <a:uFill>
                  <a:solidFill>
                    <a:srgbClr val="000000"/>
                  </a:solidFill>
                </a:uFill>
                <a:latin typeface="Trebuchet MS"/>
                <a:cs typeface="Trebuchet MS"/>
              </a:rPr>
              <a:t>YOU</a:t>
            </a:r>
            <a:endParaRPr sz="8050" dirty="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542</TotalTime>
  <Words>407</Words>
  <Application>Microsoft Office PowerPoint</Application>
  <PresentationFormat>Custom</PresentationFormat>
  <Paragraphs>101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Lucida Sans Unicode</vt:lpstr>
      <vt:lpstr>Trebuchet MS</vt:lpstr>
      <vt:lpstr>Wingdings</vt:lpstr>
      <vt:lpstr>Office Theme</vt:lpstr>
      <vt:lpstr> NotesHub</vt:lpstr>
      <vt:lpstr>Core Problem </vt:lpstr>
      <vt:lpstr>Primary Stakeholders</vt:lpstr>
      <vt:lpstr>PowerPoint Presentation</vt:lpstr>
      <vt:lpstr>Ideation</vt:lpstr>
      <vt:lpstr>Solution :-</vt:lpstr>
      <vt:lpstr>PowerPoint Presentation</vt:lpstr>
      <vt:lpstr>Versioning – Data Integrity + Traceability</vt:lpstr>
      <vt:lpstr>Restore – Fail-Safe architecture</vt:lpstr>
      <vt:lpstr>Linking – Interconnected knowledge modeling</vt:lpstr>
      <vt:lpstr>Database Design Decisions</vt:lpstr>
      <vt:lpstr>PowerPoint Presentation</vt:lpstr>
      <vt:lpstr>What’s Done?</vt:lpstr>
      <vt:lpstr>What’s to be Done?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&amp;  white business profile presentation</dc:title>
  <dc:creator>Het Soni</dc:creator>
  <cp:keywords>DAHCcgOeSlA,BAFsK5WTUIs,0</cp:keywords>
  <cp:lastModifiedBy>Het Soni</cp:lastModifiedBy>
  <cp:revision>2</cp:revision>
  <dcterms:created xsi:type="dcterms:W3CDTF">2026-02-26T18:57:34Z</dcterms:created>
  <dcterms:modified xsi:type="dcterms:W3CDTF">2026-02-27T04:04:45Z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Canva</vt:lpwstr>
  </property>
  <property fmtid="{D5CDD505-2E9C-101B-9397-08002B2CF9AE}" pid="4" name="LastSaved">
    <vt:filetime>2026-02-26T00:00:00Z</vt:filetime>
  </property>
  <property fmtid="{D5CDD505-2E9C-101B-9397-08002B2CF9AE}" pid="5" name="Producer">
    <vt:lpwstr>Canva</vt:lpwstr>
  </property>
</Properties>
</file>